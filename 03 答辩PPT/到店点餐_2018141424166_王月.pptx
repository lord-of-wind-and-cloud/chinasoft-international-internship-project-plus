
<file path=[Content_Types].xml><?xml version="1.0" encoding="utf-8"?>
<Types xmlns="http://schemas.openxmlformats.org/package/2006/content-types">
  <Default Extension="jpeg" ContentType="image/jpe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9" r:id="rId3"/>
    <p:sldId id="257" r:id="rId5"/>
    <p:sldId id="258" r:id="rId6"/>
    <p:sldId id="279" r:id="rId7"/>
    <p:sldId id="294" r:id="rId8"/>
    <p:sldId id="278" r:id="rId9"/>
    <p:sldId id="292" r:id="rId10"/>
    <p:sldId id="275" r:id="rId11"/>
    <p:sldId id="299" r:id="rId12"/>
    <p:sldId id="311" r:id="rId13"/>
    <p:sldId id="312" r:id="rId14"/>
    <p:sldId id="318" r:id="rId15"/>
    <p:sldId id="319" r:id="rId16"/>
    <p:sldId id="303" r:id="rId17"/>
    <p:sldId id="276" r:id="rId18"/>
    <p:sldId id="295" r:id="rId19"/>
    <p:sldId id="316" r:id="rId20"/>
    <p:sldId id="317" r:id="rId21"/>
    <p:sldId id="277" r:id="rId22"/>
    <p:sldId id="291" r:id="rId23"/>
    <p:sldId id="290" r:id="rId24"/>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B57"/>
    <a:srgbClr val="FCC259"/>
    <a:srgbClr val="7C87F5"/>
    <a:srgbClr val="7FCFF5"/>
    <a:srgbClr val="595959"/>
    <a:srgbClr val="7ECDF7"/>
    <a:srgbClr val="F6A546"/>
    <a:srgbClr val="5C2D62"/>
    <a:srgbClr val="7B88F4"/>
    <a:srgbClr val="7FCD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4" d="100"/>
          <a:sy n="114" d="100"/>
        </p:scale>
        <p:origin x="-438" y="-96"/>
      </p:cViewPr>
      <p:guideLst>
        <p:guide orient="horz" pos="2152"/>
        <p:guide pos="384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77.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4C61B8-91BB-448D-A7A2-800E1C8ADC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194861-C9FB-4F3F-A9A5-DFBEAEBFE09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函数数据库的一系列读写操作，基本思想是先读数据库获取资源现状，再根据资源现状进行分配，可能出现的问题是两个客户端读数据库获取资源现状，然后甲先更新了数据库，此时资源现状已变化，乙却仍按照老的资源现状来更新数据库这样算法就会在这种并发的情况下发生问题，解决思路为分布式锁的思想，即任何一个客户端想作此操作，必须先获得一个锁，读写数据库完毕后，再释放锁，保证了使用该函数读写操作作为一个整体，是不会被多个客户端并行的</a:t>
            </a:r>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8194861-C9FB-4F3F-A9A5-DFBEAEBFE09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45ECC8-A750-41F8-9F51-0C19912CE8E6}" type="slidenum">
              <a:rPr lang="zh-CN" altLang="en-US" smtClean="0"/>
            </a:fld>
            <a:endParaRPr lang="zh-CN" altLang="en-US"/>
          </a:p>
        </p:txBody>
      </p:sp>
      <p:sp>
        <p:nvSpPr>
          <p:cNvPr id="7" name="矩形 6"/>
          <p:cNvSpPr/>
          <p:nvPr userDrawn="1"/>
        </p:nvSpPr>
        <p:spPr>
          <a:xfrm>
            <a:off x="8325228" y="5859607"/>
            <a:ext cx="775136" cy="246221"/>
          </a:xfrm>
          <a:prstGeom prst="rect">
            <a:avLst/>
          </a:prstGeom>
        </p:spPr>
        <p:txBody>
          <a:bodyPr wrap="square">
            <a:spAutoFit/>
          </a:bodyPr>
          <a:lstStyle/>
          <a:p>
            <a:r>
              <a:rPr lang="en-US" altLang="zh-CN" sz="100" dirty="0">
                <a:solidFill>
                  <a:prstClr val="white"/>
                </a:solidFill>
                <a:latin typeface="Calibri"/>
                <a:ea typeface="SimSun"/>
              </a:rPr>
              <a:t>PPT</a:t>
            </a:r>
            <a:r>
              <a:rPr lang="zh-CN" altLang="en-US" sz="100" dirty="0">
                <a:solidFill>
                  <a:prstClr val="white"/>
                </a:solidFill>
                <a:latin typeface="Calibri"/>
                <a:ea typeface="SimSun"/>
              </a:rPr>
              <a:t>模板下载：</a:t>
            </a:r>
            <a:r>
              <a:rPr lang="en-US" altLang="zh-CN" sz="100" dirty="0">
                <a:solidFill>
                  <a:prstClr val="white"/>
                </a:solidFill>
                <a:latin typeface="Calibri"/>
                <a:ea typeface="SimSun"/>
              </a:rPr>
              <a:t>www.1ppt.com/moban/     </a:t>
            </a:r>
            <a:r>
              <a:rPr lang="zh-CN" altLang="en-US" sz="100" dirty="0">
                <a:solidFill>
                  <a:prstClr val="white"/>
                </a:solidFill>
                <a:latin typeface="Calibri"/>
                <a:ea typeface="SimSun"/>
              </a:rPr>
              <a:t>行业</a:t>
            </a:r>
            <a:r>
              <a:rPr lang="en-US" altLang="zh-CN" sz="100" dirty="0">
                <a:solidFill>
                  <a:prstClr val="white"/>
                </a:solidFill>
                <a:latin typeface="Calibri"/>
                <a:ea typeface="SimSun"/>
              </a:rPr>
              <a:t>PPT</a:t>
            </a:r>
            <a:r>
              <a:rPr lang="zh-CN" altLang="en-US" sz="100" dirty="0">
                <a:solidFill>
                  <a:prstClr val="white"/>
                </a:solidFill>
                <a:latin typeface="Calibri"/>
                <a:ea typeface="SimSun"/>
              </a:rPr>
              <a:t>模板：</a:t>
            </a:r>
            <a:r>
              <a:rPr lang="en-US" altLang="zh-CN" sz="100" dirty="0">
                <a:solidFill>
                  <a:prstClr val="white"/>
                </a:solidFill>
                <a:latin typeface="Calibri"/>
                <a:ea typeface="SimSun"/>
              </a:rPr>
              <a:t>www.1ppt.com/hangye/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节日</a:t>
            </a:r>
            <a:r>
              <a:rPr lang="en-US" altLang="zh-CN" sz="100" dirty="0">
                <a:solidFill>
                  <a:prstClr val="white"/>
                </a:solidFill>
                <a:latin typeface="Calibri"/>
                <a:ea typeface="SimSun"/>
              </a:rPr>
              <a:t>PPT</a:t>
            </a:r>
            <a:r>
              <a:rPr lang="zh-CN" altLang="en-US" sz="100" dirty="0">
                <a:solidFill>
                  <a:prstClr val="white"/>
                </a:solidFill>
                <a:latin typeface="Calibri"/>
                <a:ea typeface="SimSun"/>
              </a:rPr>
              <a:t>模板：</a:t>
            </a:r>
            <a:r>
              <a:rPr lang="en-US" altLang="zh-CN" sz="100" dirty="0">
                <a:solidFill>
                  <a:prstClr val="white"/>
                </a:solidFill>
                <a:latin typeface="Calibri"/>
                <a:ea typeface="SimSun"/>
              </a:rPr>
              <a:t>www.1ppt.com/jieri/           PPT</a:t>
            </a:r>
            <a:r>
              <a:rPr lang="zh-CN" altLang="en-US" sz="100" dirty="0">
                <a:solidFill>
                  <a:prstClr val="white"/>
                </a:solidFill>
                <a:latin typeface="Calibri"/>
                <a:ea typeface="SimSun"/>
              </a:rPr>
              <a:t>素材下载：</a:t>
            </a:r>
            <a:r>
              <a:rPr lang="en-US" altLang="zh-CN" sz="100" dirty="0">
                <a:solidFill>
                  <a:prstClr val="white"/>
                </a:solidFill>
                <a:latin typeface="Calibri"/>
                <a:ea typeface="SimSun"/>
              </a:rPr>
              <a:t>www.1ppt.com/sucai/</a:t>
            </a:r>
            <a:endParaRPr lang="en-US" altLang="zh-CN" sz="100" dirty="0">
              <a:solidFill>
                <a:prstClr val="white"/>
              </a:solidFill>
              <a:latin typeface="Calibri"/>
              <a:ea typeface="SimSun"/>
            </a:endParaRPr>
          </a:p>
          <a:p>
            <a:r>
              <a:rPr lang="en-US" altLang="zh-CN" sz="100" dirty="0">
                <a:solidFill>
                  <a:prstClr val="white"/>
                </a:solidFill>
                <a:latin typeface="Calibri"/>
                <a:ea typeface="SimSun"/>
              </a:rPr>
              <a:t>PPT</a:t>
            </a:r>
            <a:r>
              <a:rPr lang="zh-CN" altLang="en-US" sz="100" dirty="0">
                <a:solidFill>
                  <a:prstClr val="white"/>
                </a:solidFill>
                <a:latin typeface="Calibri"/>
                <a:ea typeface="SimSun"/>
              </a:rPr>
              <a:t>背景图片：</a:t>
            </a:r>
            <a:r>
              <a:rPr lang="en-US" altLang="zh-CN" sz="100" dirty="0">
                <a:solidFill>
                  <a:prstClr val="white"/>
                </a:solidFill>
                <a:latin typeface="Calibri"/>
                <a:ea typeface="SimSun"/>
              </a:rPr>
              <a:t>www.1ppt.com/beijing/      PPT</a:t>
            </a:r>
            <a:r>
              <a:rPr lang="zh-CN" altLang="en-US" sz="100" dirty="0">
                <a:solidFill>
                  <a:prstClr val="white"/>
                </a:solidFill>
                <a:latin typeface="Calibri"/>
                <a:ea typeface="SimSun"/>
              </a:rPr>
              <a:t>图表下载：</a:t>
            </a:r>
            <a:r>
              <a:rPr lang="en-US" altLang="zh-CN" sz="100" dirty="0">
                <a:solidFill>
                  <a:prstClr val="white"/>
                </a:solidFill>
                <a:latin typeface="Calibri"/>
                <a:ea typeface="SimSun"/>
              </a:rPr>
              <a:t>www.1ppt.com/tubiao/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优秀</a:t>
            </a:r>
            <a:r>
              <a:rPr lang="en-US" altLang="zh-CN" sz="100" dirty="0">
                <a:solidFill>
                  <a:prstClr val="white"/>
                </a:solidFill>
                <a:latin typeface="Calibri"/>
                <a:ea typeface="SimSun"/>
              </a:rPr>
              <a:t>PPT</a:t>
            </a:r>
            <a:r>
              <a:rPr lang="zh-CN" altLang="en-US" sz="100" dirty="0">
                <a:solidFill>
                  <a:prstClr val="white"/>
                </a:solidFill>
                <a:latin typeface="Calibri"/>
                <a:ea typeface="SimSun"/>
              </a:rPr>
              <a:t>下载：</a:t>
            </a:r>
            <a:r>
              <a:rPr lang="en-US" altLang="zh-CN" sz="100" dirty="0">
                <a:solidFill>
                  <a:prstClr val="white"/>
                </a:solidFill>
                <a:latin typeface="Calibri"/>
                <a:ea typeface="SimSun"/>
              </a:rPr>
              <a:t>www.1ppt.com/xiazai/        PPT</a:t>
            </a:r>
            <a:r>
              <a:rPr lang="zh-CN" altLang="en-US" sz="100" dirty="0">
                <a:solidFill>
                  <a:prstClr val="white"/>
                </a:solidFill>
                <a:latin typeface="Calibri"/>
                <a:ea typeface="SimSun"/>
              </a:rPr>
              <a:t>教程： </a:t>
            </a:r>
            <a:r>
              <a:rPr lang="en-US" altLang="zh-CN" sz="100" dirty="0">
                <a:solidFill>
                  <a:prstClr val="white"/>
                </a:solidFill>
                <a:latin typeface="Calibri"/>
                <a:ea typeface="SimSun"/>
              </a:rPr>
              <a:t>www.1ppt.com/powerpoint/      </a:t>
            </a:r>
            <a:endParaRPr lang="en-US" altLang="zh-CN" sz="100" dirty="0">
              <a:solidFill>
                <a:prstClr val="white"/>
              </a:solidFill>
              <a:latin typeface="Calibri"/>
              <a:ea typeface="SimSun"/>
            </a:endParaRPr>
          </a:p>
          <a:p>
            <a:r>
              <a:rPr lang="en-US" altLang="zh-CN" sz="100" dirty="0">
                <a:solidFill>
                  <a:prstClr val="white"/>
                </a:solidFill>
                <a:latin typeface="Calibri"/>
                <a:ea typeface="SimSun"/>
              </a:rPr>
              <a:t>Word</a:t>
            </a:r>
            <a:r>
              <a:rPr lang="zh-CN" altLang="en-US" sz="100" dirty="0">
                <a:solidFill>
                  <a:prstClr val="white"/>
                </a:solidFill>
                <a:latin typeface="Calibri"/>
                <a:ea typeface="SimSun"/>
              </a:rPr>
              <a:t>教程： </a:t>
            </a:r>
            <a:r>
              <a:rPr lang="en-US" altLang="zh-CN" sz="100" dirty="0">
                <a:solidFill>
                  <a:prstClr val="white"/>
                </a:solidFill>
                <a:latin typeface="Calibri"/>
                <a:ea typeface="SimSun"/>
              </a:rPr>
              <a:t>www.1ppt.com/word/              Excel</a:t>
            </a:r>
            <a:r>
              <a:rPr lang="zh-CN" altLang="en-US" sz="100" dirty="0">
                <a:solidFill>
                  <a:prstClr val="white"/>
                </a:solidFill>
                <a:latin typeface="Calibri"/>
                <a:ea typeface="SimSun"/>
              </a:rPr>
              <a:t>教程：</a:t>
            </a:r>
            <a:r>
              <a:rPr lang="en-US" altLang="zh-CN" sz="100" dirty="0">
                <a:solidFill>
                  <a:prstClr val="white"/>
                </a:solidFill>
                <a:latin typeface="Calibri"/>
                <a:ea typeface="SimSun"/>
              </a:rPr>
              <a:t>www.1ppt.com/excel/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资料下载：</a:t>
            </a:r>
            <a:r>
              <a:rPr lang="en-US" altLang="zh-CN" sz="100" dirty="0">
                <a:solidFill>
                  <a:prstClr val="white"/>
                </a:solidFill>
                <a:latin typeface="Calibri"/>
                <a:ea typeface="SimSun"/>
              </a:rPr>
              <a:t>www.1ppt.com/ziliao/                PPT</a:t>
            </a:r>
            <a:r>
              <a:rPr lang="zh-CN" altLang="en-US" sz="100" dirty="0">
                <a:solidFill>
                  <a:prstClr val="white"/>
                </a:solidFill>
                <a:latin typeface="Calibri"/>
                <a:ea typeface="SimSun"/>
              </a:rPr>
              <a:t>课件下载：</a:t>
            </a:r>
            <a:r>
              <a:rPr lang="en-US" altLang="zh-CN" sz="100" dirty="0">
                <a:solidFill>
                  <a:prstClr val="white"/>
                </a:solidFill>
                <a:latin typeface="Calibri"/>
                <a:ea typeface="SimSun"/>
              </a:rPr>
              <a:t>www.1ppt.com/kejian/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范文下载：</a:t>
            </a:r>
            <a:r>
              <a:rPr lang="en-US" altLang="zh-CN" sz="100" dirty="0">
                <a:solidFill>
                  <a:prstClr val="white"/>
                </a:solidFill>
                <a:latin typeface="Calibri"/>
                <a:ea typeface="SimSun"/>
              </a:rPr>
              <a:t>www.1ppt.com/fanwen/             </a:t>
            </a:r>
            <a:r>
              <a:rPr lang="zh-CN" altLang="en-US" sz="100" dirty="0">
                <a:solidFill>
                  <a:prstClr val="white"/>
                </a:solidFill>
                <a:latin typeface="Calibri"/>
                <a:ea typeface="SimSun"/>
              </a:rPr>
              <a:t>试卷下载：</a:t>
            </a:r>
            <a:r>
              <a:rPr lang="en-US" altLang="zh-CN" sz="100" dirty="0">
                <a:solidFill>
                  <a:prstClr val="white"/>
                </a:solidFill>
                <a:latin typeface="Calibri"/>
                <a:ea typeface="SimSun"/>
              </a:rPr>
              <a:t>www.1ppt.com/shiti/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教案下载：</a:t>
            </a:r>
            <a:r>
              <a:rPr lang="en-US" altLang="zh-CN" sz="100" dirty="0">
                <a:solidFill>
                  <a:prstClr val="white"/>
                </a:solidFill>
                <a:latin typeface="Calibri"/>
                <a:ea typeface="SimSun"/>
              </a:rPr>
              <a:t>www.1ppt.com/jiaoan/        </a:t>
            </a:r>
            <a:endParaRPr lang="en-US" altLang="zh-CN" sz="100" dirty="0">
              <a:solidFill>
                <a:prstClr val="white"/>
              </a:solidFill>
              <a:latin typeface="Calibri"/>
              <a:ea typeface="SimSun"/>
            </a:endParaRPr>
          </a:p>
          <a:p>
            <a:r>
              <a:rPr lang="zh-CN" altLang="en-US" sz="100" dirty="0">
                <a:solidFill>
                  <a:prstClr val="white"/>
                </a:solidFill>
                <a:latin typeface="Calibri"/>
                <a:ea typeface="SimSun"/>
              </a:rPr>
              <a:t>字体下载：</a:t>
            </a:r>
            <a:r>
              <a:rPr lang="en-US" altLang="zh-CN" sz="100" dirty="0">
                <a:solidFill>
                  <a:prstClr val="white"/>
                </a:solidFill>
                <a:latin typeface="Calibri"/>
                <a:ea typeface="SimSun"/>
              </a:rPr>
              <a:t>www.1ppt.com/ziti/</a:t>
            </a:r>
            <a:endParaRPr lang="en-US" altLang="zh-CN" sz="100" dirty="0">
              <a:solidFill>
                <a:prstClr val="white"/>
              </a:solidFill>
              <a:latin typeface="Calibri"/>
              <a:ea typeface="SimSun"/>
            </a:endParaRPr>
          </a:p>
          <a:p>
            <a:r>
              <a:rPr lang="en-US" altLang="zh-CN" sz="100" dirty="0">
                <a:solidFill>
                  <a:prstClr val="white"/>
                </a:solidFill>
                <a:latin typeface="Calibri"/>
                <a:ea typeface="SimSun"/>
              </a:rPr>
              <a:t> </a:t>
            </a:r>
            <a:endParaRPr lang="zh-CN" altLang="en-US" sz="100" dirty="0">
              <a:solidFill>
                <a:prstClr val="white"/>
              </a:solidFill>
              <a:latin typeface="Calibri"/>
              <a:ea typeface="SimSu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B75B134-9E54-4233-9AD4-A661A84126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75B134-9E54-4233-9AD4-A661A84126C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45ECC8-A750-41F8-9F51-0C19912CE8E6}" type="slidenum">
              <a:rPr lang="zh-CN" altLang="en-US" smtClean="0"/>
            </a:fld>
            <a:endParaRPr lang="zh-CN" altLang="en-US"/>
          </a:p>
        </p:txBody>
      </p:sp>
      <p:grpSp>
        <p:nvGrpSpPr>
          <p:cNvPr id="12" name="组合 11"/>
          <p:cNvGrpSpPr/>
          <p:nvPr userDrawn="1"/>
        </p:nvGrpSpPr>
        <p:grpSpPr>
          <a:xfrm>
            <a:off x="-3908" y="5467"/>
            <a:ext cx="12195907" cy="6852533"/>
            <a:chOff x="-3908" y="5467"/>
            <a:chExt cx="12195907" cy="6852533"/>
          </a:xfrm>
        </p:grpSpPr>
        <p:sp>
          <p:nvSpPr>
            <p:cNvPr id="13" name="矩形 12"/>
            <p:cNvSpPr/>
            <p:nvPr/>
          </p:nvSpPr>
          <p:spPr>
            <a:xfrm>
              <a:off x="-3908" y="5467"/>
              <a:ext cx="12195907" cy="6852533"/>
            </a:xfrm>
            <a:prstGeom prst="rect">
              <a:avLst/>
            </a:prstGeom>
            <a:solidFill>
              <a:srgbClr val="FCC2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55658" y="283470"/>
              <a:ext cx="11680684" cy="6291060"/>
            </a:xfrm>
            <a:prstGeom prst="rect">
              <a:avLst/>
            </a:prstGeom>
            <a:solidFill>
              <a:schemeClr val="bg1"/>
            </a:solidFill>
            <a:ln>
              <a:noFill/>
            </a:ln>
            <a:effectLst>
              <a:outerShdw blurRad="127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1.png"/><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image" Target="../media/image3.png"/><Relationship Id="rId1" Type="http://schemas.openxmlformats.org/officeDocument/2006/relationships/tags" Target="../tags/tag11.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xml"/><Relationship Id="rId7" Type="http://schemas.openxmlformats.org/officeDocument/2006/relationships/image" Target="../media/image4.png"/><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5.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3" Type="http://schemas.openxmlformats.org/officeDocument/2006/relationships/notesSlide" Target="../notesSlides/notesSlide6.xml"/><Relationship Id="rId22" Type="http://schemas.openxmlformats.org/officeDocument/2006/relationships/slideLayout" Target="../slideLayouts/slideLayout1.xml"/><Relationship Id="rId21" Type="http://schemas.openxmlformats.org/officeDocument/2006/relationships/tags" Target="../tags/tag41.xml"/><Relationship Id="rId20" Type="http://schemas.openxmlformats.org/officeDocument/2006/relationships/image" Target="../media/image8.png"/><Relationship Id="rId2" Type="http://schemas.openxmlformats.org/officeDocument/2006/relationships/tags" Target="../tags/tag25.xml"/><Relationship Id="rId19" Type="http://schemas.openxmlformats.org/officeDocument/2006/relationships/tags" Target="../tags/tag40.xml"/><Relationship Id="rId18" Type="http://schemas.openxmlformats.org/officeDocument/2006/relationships/image" Target="../media/image7.png"/><Relationship Id="rId17" Type="http://schemas.openxmlformats.org/officeDocument/2006/relationships/tags" Target="../tags/tag39.xml"/><Relationship Id="rId16" Type="http://schemas.openxmlformats.org/officeDocument/2006/relationships/image" Target="../media/image6.png"/><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5" Type="http://schemas.openxmlformats.org/officeDocument/2006/relationships/notesSlide" Target="../notesSlides/notesSlide7.xml"/><Relationship Id="rId14" Type="http://schemas.openxmlformats.org/officeDocument/2006/relationships/slideLayout" Target="../slideLayouts/slideLayout2.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18.jpeg"/><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image" Target="../media/image23.png"/><Relationship Id="rId1" Type="http://schemas.openxmlformats.org/officeDocument/2006/relationships/tags" Target="../tags/tag5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image" Target="../media/image27.png"/><Relationship Id="rId1" Type="http://schemas.openxmlformats.org/officeDocument/2006/relationships/tags" Target="../tags/tag60.xml"/></Relationships>
</file>

<file path=ppt/slides/_rels/slide20.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image" Target="../media/image29.emf"/><Relationship Id="rId3" Type="http://schemas.openxmlformats.org/officeDocument/2006/relationships/tags" Target="../tags/tag64.xml"/><Relationship Id="rId2" Type="http://schemas.openxmlformats.org/officeDocument/2006/relationships/image" Target="../media/image28.emf"/><Relationship Id="rId12" Type="http://schemas.openxmlformats.org/officeDocument/2006/relationships/notesSlide" Target="../notesSlides/notesSlide20.xml"/><Relationship Id="rId11" Type="http://schemas.openxmlformats.org/officeDocument/2006/relationships/slideLayout" Target="../slideLayouts/slideLayout2.xml"/><Relationship Id="rId10" Type="http://schemas.openxmlformats.org/officeDocument/2006/relationships/tags" Target="../tags/tag70.xml"/><Relationship Id="rId1" Type="http://schemas.openxmlformats.org/officeDocument/2006/relationships/tags" Target="../tags/tag63.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1.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image" Target="../media/image1.png"/><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A_库_文本框 62"/>
          <p:cNvSpPr txBox="1"/>
          <p:nvPr>
            <p:custDataLst>
              <p:tags r:id="rId1"/>
            </p:custDataLst>
          </p:nvPr>
        </p:nvSpPr>
        <p:spPr>
          <a:xfrm>
            <a:off x="1815463" y="4181059"/>
            <a:ext cx="8561075" cy="76835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4400" dirty="0">
                <a:solidFill>
                  <a:schemeClr val="tx1">
                    <a:lumMod val="65000"/>
                    <a:lumOff val="35000"/>
                  </a:schemeClr>
                </a:solidFill>
              </a:rPr>
              <a:t>中软国际-餐厅到店点餐系统</a:t>
            </a:r>
            <a:endParaRPr lang="zh-CN" altLang="en-US" sz="4400" dirty="0">
              <a:solidFill>
                <a:schemeClr val="tx1">
                  <a:lumMod val="65000"/>
                  <a:lumOff val="35000"/>
                </a:schemeClr>
              </a:solidFill>
            </a:endParaRPr>
          </a:p>
        </p:txBody>
      </p:sp>
      <p:grpSp>
        <p:nvGrpSpPr>
          <p:cNvPr id="93" name="PA_库_组合 92"/>
          <p:cNvGrpSpPr/>
          <p:nvPr>
            <p:custDataLst>
              <p:tags r:id="rId2"/>
            </p:custDataLst>
          </p:nvPr>
        </p:nvGrpSpPr>
        <p:grpSpPr>
          <a:xfrm>
            <a:off x="1894677" y="4018167"/>
            <a:ext cx="8402646" cy="1089118"/>
            <a:chOff x="1894677" y="3960111"/>
            <a:chExt cx="8402646" cy="1089118"/>
          </a:xfrm>
        </p:grpSpPr>
        <p:grpSp>
          <p:nvGrpSpPr>
            <p:cNvPr id="83" name="组合 82"/>
            <p:cNvGrpSpPr/>
            <p:nvPr/>
          </p:nvGrpSpPr>
          <p:grpSpPr>
            <a:xfrm>
              <a:off x="1894677" y="3960111"/>
              <a:ext cx="8402646" cy="45719"/>
              <a:chOff x="1894677" y="3960111"/>
              <a:chExt cx="8732457" cy="45719"/>
            </a:xfrm>
          </p:grpSpPr>
          <p:sp>
            <p:nvSpPr>
              <p:cNvPr id="68" name="矩形 67"/>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1894677" y="5003510"/>
              <a:ext cx="8402646" cy="45719"/>
              <a:chOff x="1894677" y="3960111"/>
              <a:chExt cx="8732457" cy="45719"/>
            </a:xfrm>
          </p:grpSpPr>
          <p:sp>
            <p:nvSpPr>
              <p:cNvPr id="85" name="矩形 84"/>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95" name="PA_库_组合 94"/>
          <p:cNvGrpSpPr/>
          <p:nvPr>
            <p:custDataLst>
              <p:tags r:id="rId3"/>
            </p:custDataLst>
          </p:nvPr>
        </p:nvGrpSpPr>
        <p:grpSpPr>
          <a:xfrm>
            <a:off x="2047062" y="5385601"/>
            <a:ext cx="8112115" cy="460375"/>
            <a:chOff x="2666187" y="5463603"/>
            <a:chExt cx="8112115" cy="460375"/>
          </a:xfrm>
        </p:grpSpPr>
        <p:grpSp>
          <p:nvGrpSpPr>
            <p:cNvPr id="96" name="组合 95"/>
            <p:cNvGrpSpPr/>
            <p:nvPr/>
          </p:nvGrpSpPr>
          <p:grpSpPr>
            <a:xfrm>
              <a:off x="2666187" y="5463603"/>
              <a:ext cx="3243522" cy="460375"/>
              <a:chOff x="3428550" y="5305153"/>
              <a:chExt cx="3243522" cy="460375"/>
            </a:xfrm>
          </p:grpSpPr>
          <p:grpSp>
            <p:nvGrpSpPr>
              <p:cNvPr id="113" name="组合 112"/>
              <p:cNvGrpSpPr/>
              <p:nvPr/>
            </p:nvGrpSpPr>
            <p:grpSpPr>
              <a:xfrm>
                <a:off x="3428550" y="5329844"/>
                <a:ext cx="1695324" cy="400396"/>
                <a:chOff x="6378157" y="812498"/>
                <a:chExt cx="3854414" cy="508287"/>
              </a:xfrm>
            </p:grpSpPr>
            <p:sp>
              <p:nvSpPr>
                <p:cNvPr id="115" name="矩形: 圆角 16"/>
                <p:cNvSpPr/>
                <p:nvPr/>
              </p:nvSpPr>
              <p:spPr>
                <a:xfrm>
                  <a:off x="6378157" y="840549"/>
                  <a:ext cx="3854414" cy="480236"/>
                </a:xfrm>
                <a:prstGeom prst="roundRect">
                  <a:avLst>
                    <a:gd name="adj" fmla="val 50000"/>
                  </a:avLst>
                </a:prstGeom>
                <a:solidFill>
                  <a:schemeClr val="accent1"/>
                </a:solidFill>
                <a:ln w="38100">
                  <a:solidFill>
                    <a:srgbClr val="230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圆角 18"/>
                <p:cNvSpPr/>
                <p:nvPr/>
              </p:nvSpPr>
              <p:spPr>
                <a:xfrm>
                  <a:off x="9328371"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圆角 18"/>
                <p:cNvSpPr/>
                <p:nvPr/>
              </p:nvSpPr>
              <p:spPr>
                <a:xfrm>
                  <a:off x="9015068"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8" name="组合 117"/>
                <p:cNvGrpSpPr/>
                <p:nvPr/>
              </p:nvGrpSpPr>
              <p:grpSpPr>
                <a:xfrm>
                  <a:off x="9542534" y="1050315"/>
                  <a:ext cx="534458" cy="60703"/>
                  <a:chOff x="5959476" y="2731534"/>
                  <a:chExt cx="368300" cy="57150"/>
                </a:xfrm>
              </p:grpSpPr>
              <p:sp>
                <p:nvSpPr>
                  <p:cNvPr id="126" name="矩形: 圆角 18"/>
                  <p:cNvSpPr/>
                  <p:nvPr/>
                </p:nvSpPr>
                <p:spPr>
                  <a:xfrm>
                    <a:off x="5959476"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9" name="组合 118"/>
                <p:cNvGrpSpPr/>
                <p:nvPr/>
              </p:nvGrpSpPr>
              <p:grpSpPr>
                <a:xfrm>
                  <a:off x="6439399" y="966943"/>
                  <a:ext cx="534460" cy="237187"/>
                  <a:chOff x="6747905" y="909461"/>
                  <a:chExt cx="534460" cy="237187"/>
                </a:xfrm>
              </p:grpSpPr>
              <p:grpSp>
                <p:nvGrpSpPr>
                  <p:cNvPr id="121" name="组合 120"/>
                  <p:cNvGrpSpPr/>
                  <p:nvPr/>
                </p:nvGrpSpPr>
                <p:grpSpPr>
                  <a:xfrm>
                    <a:off x="6747905" y="909461"/>
                    <a:ext cx="534460" cy="60703"/>
                    <a:chOff x="5959475" y="2731534"/>
                    <a:chExt cx="368301" cy="57150"/>
                  </a:xfrm>
                </p:grpSpPr>
                <p:sp>
                  <p:nvSpPr>
                    <p:cNvPr id="124" name="矩形: 圆角 123"/>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矩形: 圆角 18"/>
                  <p:cNvSpPr/>
                  <p:nvPr/>
                </p:nvSpPr>
                <p:spPr>
                  <a:xfrm>
                    <a:off x="6763387" y="1031202"/>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圆角 18"/>
                  <p:cNvSpPr/>
                  <p:nvPr/>
                </p:nvSpPr>
                <p:spPr>
                  <a:xfrm>
                    <a:off x="7003942" y="1089810"/>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0" name="矩形 119"/>
                <p:cNvSpPr/>
                <p:nvPr/>
              </p:nvSpPr>
              <p:spPr>
                <a:xfrm>
                  <a:off x="7310563" y="856041"/>
                  <a:ext cx="1921253" cy="429781"/>
                </a:xfrm>
                <a:prstGeom prst="rect">
                  <a:avLst/>
                </a:prstGeom>
              </p:spPr>
              <p:txBody>
                <a:bodyPr wrap="square">
                  <a:spAutoFit/>
                </a:bodyPr>
                <a:lstStyle/>
                <a:p>
                  <a:pPr algn="dist"/>
                  <a:r>
                    <a:rPr lang="zh-CN" altLang="en-US" sz="1600" dirty="0">
                      <a:solidFill>
                        <a:schemeClr val="bg1"/>
                      </a:solidFill>
                      <a:latin typeface="华文细黑" panose="02010600040101010101" pitchFamily="2" charset="-122"/>
                      <a:ea typeface="华文细黑" panose="02010600040101010101" pitchFamily="2" charset="-122"/>
                    </a:rPr>
                    <a:t>汇报人</a:t>
                  </a:r>
                  <a:endParaRPr lang="zh-CN" altLang="en-US" sz="1600" dirty="0">
                    <a:solidFill>
                      <a:schemeClr val="bg1"/>
                    </a:solidFill>
                    <a:latin typeface="华文细黑" panose="02010600040101010101" pitchFamily="2" charset="-122"/>
                    <a:ea typeface="华文细黑" panose="02010600040101010101" pitchFamily="2" charset="-122"/>
                  </a:endParaRPr>
                </a:p>
              </p:txBody>
            </p:sp>
          </p:grpSp>
          <p:sp>
            <p:nvSpPr>
              <p:cNvPr id="114" name="文本框 113"/>
              <p:cNvSpPr txBox="1"/>
              <p:nvPr/>
            </p:nvSpPr>
            <p:spPr>
              <a:xfrm>
                <a:off x="5292780" y="5305153"/>
                <a:ext cx="1379292" cy="4603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pPr algn="l"/>
                <a:r>
                  <a:rPr lang="zh-CN" altLang="en-US" sz="2400" dirty="0">
                    <a:solidFill>
                      <a:schemeClr val="tx1">
                        <a:lumMod val="65000"/>
                        <a:lumOff val="35000"/>
                      </a:schemeClr>
                    </a:solidFill>
                  </a:rPr>
                  <a:t>王月</a:t>
                </a:r>
                <a:endParaRPr lang="zh-CN" altLang="en-US" sz="2400" dirty="0">
                  <a:solidFill>
                    <a:schemeClr val="tx1">
                      <a:lumMod val="65000"/>
                      <a:lumOff val="35000"/>
                    </a:schemeClr>
                  </a:solidFill>
                </a:endParaRPr>
              </a:p>
            </p:txBody>
          </p:sp>
        </p:grpSp>
        <p:grpSp>
          <p:nvGrpSpPr>
            <p:cNvPr id="97" name="组合 96"/>
            <p:cNvGrpSpPr/>
            <p:nvPr/>
          </p:nvGrpSpPr>
          <p:grpSpPr>
            <a:xfrm>
              <a:off x="6220272" y="5463603"/>
              <a:ext cx="4558030" cy="460375"/>
              <a:chOff x="3428550" y="5305153"/>
              <a:chExt cx="4558030" cy="460375"/>
            </a:xfrm>
          </p:grpSpPr>
          <p:grpSp>
            <p:nvGrpSpPr>
              <p:cNvPr id="98" name="组合 97"/>
              <p:cNvGrpSpPr/>
              <p:nvPr/>
            </p:nvGrpSpPr>
            <p:grpSpPr>
              <a:xfrm>
                <a:off x="3428550" y="5329844"/>
                <a:ext cx="1695324" cy="400396"/>
                <a:chOff x="6378157" y="812498"/>
                <a:chExt cx="3854414" cy="508287"/>
              </a:xfrm>
            </p:grpSpPr>
            <p:sp>
              <p:nvSpPr>
                <p:cNvPr id="100" name="矩形: 圆角 16"/>
                <p:cNvSpPr/>
                <p:nvPr/>
              </p:nvSpPr>
              <p:spPr>
                <a:xfrm>
                  <a:off x="6378157" y="840549"/>
                  <a:ext cx="3854414" cy="480236"/>
                </a:xfrm>
                <a:prstGeom prst="roundRect">
                  <a:avLst>
                    <a:gd name="adj" fmla="val 50000"/>
                  </a:avLst>
                </a:prstGeom>
                <a:solidFill>
                  <a:schemeClr val="accent2"/>
                </a:solidFill>
                <a:ln w="38100">
                  <a:solidFill>
                    <a:srgbClr val="230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圆角 18"/>
                <p:cNvSpPr/>
                <p:nvPr/>
              </p:nvSpPr>
              <p:spPr>
                <a:xfrm>
                  <a:off x="9328371"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8"/>
                <p:cNvSpPr/>
                <p:nvPr/>
              </p:nvSpPr>
              <p:spPr>
                <a:xfrm>
                  <a:off x="9015068"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9542541" y="1050315"/>
                  <a:ext cx="534460" cy="60703"/>
                  <a:chOff x="5959475" y="2731534"/>
                  <a:chExt cx="368301" cy="57150"/>
                </a:xfrm>
              </p:grpSpPr>
              <p:sp>
                <p:nvSpPr>
                  <p:cNvPr id="111" name="矩形: 圆角 18"/>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03"/>
                <p:cNvGrpSpPr/>
                <p:nvPr/>
              </p:nvGrpSpPr>
              <p:grpSpPr>
                <a:xfrm>
                  <a:off x="6439399" y="966943"/>
                  <a:ext cx="534460" cy="237187"/>
                  <a:chOff x="6747905" y="909461"/>
                  <a:chExt cx="534460" cy="237187"/>
                </a:xfrm>
              </p:grpSpPr>
              <p:grpSp>
                <p:nvGrpSpPr>
                  <p:cNvPr id="106" name="组合 105"/>
                  <p:cNvGrpSpPr/>
                  <p:nvPr/>
                </p:nvGrpSpPr>
                <p:grpSpPr>
                  <a:xfrm>
                    <a:off x="6747905" y="909461"/>
                    <a:ext cx="534460" cy="60703"/>
                    <a:chOff x="5959475" y="2731534"/>
                    <a:chExt cx="368301" cy="57150"/>
                  </a:xfrm>
                </p:grpSpPr>
                <p:sp>
                  <p:nvSpPr>
                    <p:cNvPr id="109" name="矩形: 圆角 108"/>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矩形: 圆角 18"/>
                  <p:cNvSpPr/>
                  <p:nvPr/>
                </p:nvSpPr>
                <p:spPr>
                  <a:xfrm>
                    <a:off x="6763387" y="1031202"/>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8"/>
                  <p:cNvSpPr/>
                  <p:nvPr/>
                </p:nvSpPr>
                <p:spPr>
                  <a:xfrm>
                    <a:off x="7003942" y="1089810"/>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5" name="矩形 104"/>
                <p:cNvSpPr/>
                <p:nvPr/>
              </p:nvSpPr>
              <p:spPr>
                <a:xfrm>
                  <a:off x="7090062" y="873629"/>
                  <a:ext cx="2299488" cy="428043"/>
                </a:xfrm>
                <a:prstGeom prst="rect">
                  <a:avLst/>
                </a:prstGeom>
              </p:spPr>
              <p:txBody>
                <a:bodyPr wrap="square">
                  <a:spAutoFit/>
                </a:bodyPr>
                <a:lstStyle/>
                <a:p>
                  <a:pPr algn="dist"/>
                  <a:r>
                    <a:rPr lang="zh-CN" altLang="en-US" sz="1600" dirty="0">
                      <a:solidFill>
                        <a:schemeClr val="bg1"/>
                      </a:solidFill>
                      <a:latin typeface="华文细黑" panose="02010600040101010101" pitchFamily="2" charset="-122"/>
                      <a:ea typeface="华文细黑" panose="02010600040101010101" pitchFamily="2" charset="-122"/>
                    </a:rPr>
                    <a:t>学号</a:t>
                  </a:r>
                  <a:endParaRPr lang="zh-CN" altLang="en-US" sz="1600" dirty="0">
                    <a:solidFill>
                      <a:schemeClr val="bg1"/>
                    </a:solidFill>
                    <a:latin typeface="华文细黑" panose="02010600040101010101" pitchFamily="2" charset="-122"/>
                    <a:ea typeface="华文细黑" panose="02010600040101010101" pitchFamily="2" charset="-122"/>
                  </a:endParaRPr>
                </a:p>
              </p:txBody>
            </p:sp>
          </p:grpSp>
          <p:sp>
            <p:nvSpPr>
              <p:cNvPr id="99" name="文本框 98"/>
              <p:cNvSpPr txBox="1"/>
              <p:nvPr/>
            </p:nvSpPr>
            <p:spPr>
              <a:xfrm>
                <a:off x="5292910" y="5305153"/>
                <a:ext cx="2693670" cy="4603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2400" dirty="0" err="1">
                    <a:solidFill>
                      <a:schemeClr val="tx1">
                        <a:lumMod val="65000"/>
                        <a:lumOff val="35000"/>
                      </a:schemeClr>
                    </a:solidFill>
                  </a:rPr>
                  <a:t>2018141424166</a:t>
                </a:r>
                <a:endParaRPr lang="zh-CN" altLang="en-US" sz="2400" dirty="0">
                  <a:solidFill>
                    <a:schemeClr val="tx1">
                      <a:lumMod val="65000"/>
                      <a:lumOff val="35000"/>
                    </a:schemeClr>
                  </a:solidFill>
                </a:endParaRPr>
              </a:p>
            </p:txBody>
          </p:sp>
        </p:grpSp>
      </p:grpSp>
      <p:pic>
        <p:nvPicPr>
          <p:cNvPr id="4" name="PA_库_图片 3"/>
          <p:cNvPicPr>
            <a:picLocks noChangeAspect="1"/>
          </p:cNvPicPr>
          <p:nvPr>
            <p:custDataLst>
              <p:tags r:id="rId4"/>
            </p:custDataLst>
          </p:nvPr>
        </p:nvPicPr>
        <p:blipFill>
          <a:blip r:embed="rId5" cstate="screen"/>
          <a:stretch>
            <a:fillRect/>
          </a:stretch>
        </p:blipFill>
        <p:spPr>
          <a:xfrm>
            <a:off x="3676193" y="-255118"/>
            <a:ext cx="4961061" cy="4961061"/>
          </a:xfrm>
          <a:prstGeom prst="rect">
            <a:avLst/>
          </a:prstGeom>
        </p:spPr>
      </p:pic>
      <p:sp>
        <p:nvSpPr>
          <p:cNvPr id="5" name="PA_库_矩形 4"/>
          <p:cNvSpPr/>
          <p:nvPr>
            <p:custDataLst>
              <p:tags r:id="rId6"/>
            </p:custDataLst>
          </p:nvPr>
        </p:nvSpPr>
        <p:spPr>
          <a:xfrm>
            <a:off x="4988593" y="2174588"/>
            <a:ext cx="2214813" cy="829945"/>
          </a:xfrm>
          <a:prstGeom prst="rect">
            <a:avLst/>
          </a:prstGeom>
        </p:spPr>
        <p:txBody>
          <a:bodyPr wrap="square">
            <a:spAutoFit/>
          </a:bodyPr>
          <a:lstStyle/>
          <a:p>
            <a:pPr algn="dist"/>
            <a:r>
              <a:rPr lang="zh-CN" altLang="en-US" sz="4800" dirty="0">
                <a:solidFill>
                  <a:srgbClr val="FF5B57"/>
                </a:solidFill>
                <a:latin typeface="773-CAI978" panose="020B0402020204020303" pitchFamily="34" charset="0"/>
              </a:rPr>
              <a:t>小厨</a:t>
            </a:r>
            <a:endParaRPr lang="zh-CN" altLang="en-US" sz="4800" dirty="0">
              <a:solidFill>
                <a:srgbClr val="FF5B57"/>
              </a:solidFill>
              <a:latin typeface="773-CAI978" panose="020B0402020204020303" pitchFamily="34" charset="0"/>
            </a:endParaRPr>
          </a:p>
        </p:txBody>
      </p:sp>
      <p:sp>
        <p:nvSpPr>
          <p:cNvPr id="128" name="PA_库_矩形 127"/>
          <p:cNvSpPr/>
          <p:nvPr>
            <p:custDataLst>
              <p:tags r:id="rId7"/>
            </p:custDataLst>
          </p:nvPr>
        </p:nvSpPr>
        <p:spPr>
          <a:xfrm>
            <a:off x="4912163" y="2174587"/>
            <a:ext cx="2246221" cy="829945"/>
          </a:xfrm>
          <a:prstGeom prst="rect">
            <a:avLst/>
          </a:prstGeom>
        </p:spPr>
        <p:txBody>
          <a:bodyPr wrap="square">
            <a:spAutoFit/>
          </a:bodyPr>
          <a:lstStyle/>
          <a:p>
            <a:pPr algn="dist"/>
            <a:r>
              <a:rPr lang="zh-CN" altLang="en-US" sz="4800" dirty="0">
                <a:solidFill>
                  <a:srgbClr val="7FCFF5"/>
                </a:solidFill>
                <a:latin typeface="773-CAI978" panose="020B0402020204020303" pitchFamily="34" charset="0"/>
              </a:rPr>
              <a:t>小厨</a:t>
            </a:r>
            <a:endParaRPr lang="zh-CN" altLang="en-US" sz="4800" dirty="0">
              <a:solidFill>
                <a:srgbClr val="7FCFF5"/>
              </a:solidFill>
              <a:latin typeface="773-CAI978" panose="020B0402020204020303"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1000"/>
                                        <p:tgtEl>
                                          <p:spTgt spid="63"/>
                                        </p:tgtEl>
                                      </p:cBhvr>
                                    </p:animEffect>
                                  </p:childTnLst>
                                </p:cTn>
                              </p:par>
                              <p:par>
                                <p:cTn id="8" presetID="2" presetClass="entr" presetSubtype="1" decel="100000" fill="hold" nodeType="withEffect">
                                  <p:stCondLst>
                                    <p:cond delay="25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1500" fill="hold"/>
                                        <p:tgtEl>
                                          <p:spTgt spid="4"/>
                                        </p:tgtEl>
                                        <p:attrNameLst>
                                          <p:attrName>ppt_x</p:attrName>
                                        </p:attrNameLst>
                                      </p:cBhvr>
                                      <p:tavLst>
                                        <p:tav tm="0">
                                          <p:val>
                                            <p:strVal val="#ppt_x"/>
                                          </p:val>
                                        </p:tav>
                                        <p:tav tm="100000">
                                          <p:val>
                                            <p:strVal val="#ppt_x"/>
                                          </p:val>
                                        </p:tav>
                                      </p:tavLst>
                                    </p:anim>
                                    <p:anim calcmode="lin" valueType="num">
                                      <p:cBhvr additive="base">
                                        <p:cTn id="11" dur="1500" fill="hold"/>
                                        <p:tgtEl>
                                          <p:spTgt spid="4"/>
                                        </p:tgtEl>
                                        <p:attrNameLst>
                                          <p:attrName>ppt_y</p:attrName>
                                        </p:attrNameLst>
                                      </p:cBhvr>
                                      <p:tavLst>
                                        <p:tav tm="0">
                                          <p:val>
                                            <p:strVal val="0-#ppt_h/2"/>
                                          </p:val>
                                        </p:tav>
                                        <p:tav tm="100000">
                                          <p:val>
                                            <p:strVal val="#ppt_y"/>
                                          </p:val>
                                        </p:tav>
                                      </p:tavLst>
                                    </p:anim>
                                  </p:childTnLst>
                                </p:cTn>
                              </p:par>
                              <p:par>
                                <p:cTn id="12" presetID="22" presetClass="entr" presetSubtype="8" fill="hold" grpId="0" nodeType="withEffect">
                                  <p:stCondLst>
                                    <p:cond delay="25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par>
                                <p:cTn id="15" presetID="22" presetClass="entr" presetSubtype="8" fill="hold" grpId="0" nodeType="withEffect">
                                  <p:stCondLst>
                                    <p:cond delay="250"/>
                                  </p:stCondLst>
                                  <p:childTnLst>
                                    <p:set>
                                      <p:cBhvr>
                                        <p:cTn id="16" dur="1" fill="hold">
                                          <p:stCondLst>
                                            <p:cond delay="0"/>
                                          </p:stCondLst>
                                        </p:cTn>
                                        <p:tgtEl>
                                          <p:spTgt spid="128"/>
                                        </p:tgtEl>
                                        <p:attrNameLst>
                                          <p:attrName>style.visibility</p:attrName>
                                        </p:attrNameLst>
                                      </p:cBhvr>
                                      <p:to>
                                        <p:strVal val="visible"/>
                                      </p:to>
                                    </p:set>
                                    <p:animEffect transition="in" filter="wipe(left)">
                                      <p:cBhvr>
                                        <p:cTn id="17" dur="1000"/>
                                        <p:tgtEl>
                                          <p:spTgt spid="128"/>
                                        </p:tgtEl>
                                      </p:cBhvr>
                                    </p:animEffect>
                                  </p:childTnLst>
                                </p:cTn>
                              </p:par>
                              <p:par>
                                <p:cTn id="18" presetID="2" presetClass="entr" presetSubtype="8" decel="100000" fill="hold" nodeType="withEffect">
                                  <p:stCondLst>
                                    <p:cond delay="250"/>
                                  </p:stCondLst>
                                  <p:childTnLst>
                                    <p:set>
                                      <p:cBhvr>
                                        <p:cTn id="19" dur="1" fill="hold">
                                          <p:stCondLst>
                                            <p:cond delay="0"/>
                                          </p:stCondLst>
                                        </p:cTn>
                                        <p:tgtEl>
                                          <p:spTgt spid="95"/>
                                        </p:tgtEl>
                                        <p:attrNameLst>
                                          <p:attrName>style.visibility</p:attrName>
                                        </p:attrNameLst>
                                      </p:cBhvr>
                                      <p:to>
                                        <p:strVal val="visible"/>
                                      </p:to>
                                    </p:set>
                                    <p:anim calcmode="lin" valueType="num">
                                      <p:cBhvr additive="base">
                                        <p:cTn id="20" dur="1500" fill="hold"/>
                                        <p:tgtEl>
                                          <p:spTgt spid="95"/>
                                        </p:tgtEl>
                                        <p:attrNameLst>
                                          <p:attrName>ppt_x</p:attrName>
                                        </p:attrNameLst>
                                      </p:cBhvr>
                                      <p:tavLst>
                                        <p:tav tm="0">
                                          <p:val>
                                            <p:strVal val="0-#ppt_w/2"/>
                                          </p:val>
                                        </p:tav>
                                        <p:tav tm="100000">
                                          <p:val>
                                            <p:strVal val="#ppt_x"/>
                                          </p:val>
                                        </p:tav>
                                      </p:tavLst>
                                    </p:anim>
                                    <p:anim calcmode="lin" valueType="num">
                                      <p:cBhvr additive="base">
                                        <p:cTn id="21" dur="1500" fill="hold"/>
                                        <p:tgtEl>
                                          <p:spTgt spid="95"/>
                                        </p:tgtEl>
                                        <p:attrNameLst>
                                          <p:attrName>ppt_y</p:attrName>
                                        </p:attrNameLst>
                                      </p:cBhvr>
                                      <p:tavLst>
                                        <p:tav tm="0">
                                          <p:val>
                                            <p:strVal val="#ppt_y"/>
                                          </p:val>
                                        </p:tav>
                                        <p:tav tm="100000">
                                          <p:val>
                                            <p:strVal val="#ppt_y"/>
                                          </p:val>
                                        </p:tav>
                                      </p:tavLst>
                                    </p:anim>
                                    <p:set>
                                      <p:cBhvr>
                                        <p:cTn id="22" dur="1" fill="hold">
                                          <p:stCondLst>
                                            <p:cond delay="0"/>
                                          </p:stCondLst>
                                        </p:cTn>
                                        <p:tgtEl>
                                          <p:spTgt spid="95"/>
                                        </p:tgtEl>
                                        <p:attrNameLst>
                                          <p:attrName>style.visibility</p:attrName>
                                        </p:attrNameLst>
                                      </p:cBhvr>
                                      <p:to>
                                        <p:strVal val="visible"/>
                                      </p:to>
                                    </p:set>
                                    <p:anim to="" calcmode="lin" valueType="num">
                                      <p:cBhvr>
                                        <p:cTn id="23" dur="1500" fill="hold">
                                          <p:stCondLst>
                                            <p:cond delay="0"/>
                                          </p:stCondLst>
                                        </p:cTn>
                                        <p:tgtEl>
                                          <p:spTgt spid="95"/>
                                        </p:tgtEl>
                                        <p:attrNameLst>
                                          <p:attrName>ppt_w</p:attrName>
                                        </p:attrNameLst>
                                      </p:cBhvr>
                                      <p:tavLst>
                                        <p:tav tm="0">
                                          <p:val>
                                            <p:fltVal val="0"/>
                                          </p:val>
                                        </p:tav>
                                        <p:tav tm="100000">
                                          <p:val>
                                            <p:strVal val="#ppt_w"/>
                                          </p:val>
                                        </p:tav>
                                      </p:tavLst>
                                    </p:anim>
                                    <p:anim to="" calcmode="lin" valueType="num">
                                      <p:cBhvr>
                                        <p:cTn id="24" dur="1500" fill="hold">
                                          <p:stCondLst>
                                            <p:cond delay="0"/>
                                          </p:stCondLst>
                                        </p:cTn>
                                        <p:tgtEl>
                                          <p:spTgt spid="95"/>
                                        </p:tgtEl>
                                        <p:attrNameLst>
                                          <p:attrName>ppt_h</p:attrName>
                                        </p:attrNameLst>
                                      </p:cBhvr>
                                      <p:tavLst>
                                        <p:tav tm="0">
                                          <p:val>
                                            <p:fltVal val="0"/>
                                          </p:val>
                                        </p:tav>
                                        <p:tav tm="100000">
                                          <p:val>
                                            <p:strVal val="#ppt_h"/>
                                          </p:val>
                                        </p:tav>
                                      </p:tavLst>
                                    </p:anim>
                                    <p:animEffect filter="fade">
                                      <p:cBhvr>
                                        <p:cTn id="25" dur="1500">
                                          <p:stCondLst>
                                            <p:cond delay="0"/>
                                          </p:stCondLst>
                                        </p:cTn>
                                        <p:tgtEl>
                                          <p:spTgt spid="95"/>
                                        </p:tgtEl>
                                      </p:cBhvr>
                                    </p:animEffect>
                                  </p:childTnLst>
                                </p:cTn>
                              </p:par>
                              <p:par>
                                <p:cTn id="26" presetID="22" presetClass="entr" presetSubtype="8" fill="hold" nodeType="withEffect">
                                  <p:stCondLst>
                                    <p:cond delay="250"/>
                                  </p:stCondLst>
                                  <p:childTnLst>
                                    <p:set>
                                      <p:cBhvr>
                                        <p:cTn id="27" dur="1" fill="hold">
                                          <p:stCondLst>
                                            <p:cond delay="0"/>
                                          </p:stCondLst>
                                        </p:cTn>
                                        <p:tgtEl>
                                          <p:spTgt spid="93"/>
                                        </p:tgtEl>
                                        <p:attrNameLst>
                                          <p:attrName>style.visibility</p:attrName>
                                        </p:attrNameLst>
                                      </p:cBhvr>
                                      <p:to>
                                        <p:strVal val="visible"/>
                                      </p:to>
                                    </p:set>
                                    <p:animEffect transition="in" filter="wipe(left)">
                                      <p:cBhvr>
                                        <p:cTn id="28" dur="10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P spid="5" grpId="0" autoUpdateAnimBg="0"/>
      <p:bldP spid="12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cstate="print"/>
          <a:stretch>
            <a:fillRect/>
          </a:stretch>
        </p:blipFill>
        <p:spPr>
          <a:xfrm>
            <a:off x="84336" y="-478096"/>
            <a:ext cx="6492253" cy="6492253"/>
          </a:xfrm>
          <a:prstGeom prst="rect">
            <a:avLst/>
          </a:prstGeom>
        </p:spPr>
      </p:pic>
      <p:sp>
        <p:nvSpPr>
          <p:cNvPr id="53" name="矩形 52"/>
          <p:cNvSpPr/>
          <p:nvPr/>
        </p:nvSpPr>
        <p:spPr>
          <a:xfrm>
            <a:off x="3084784" y="2437918"/>
            <a:ext cx="1527446" cy="1938992"/>
          </a:xfrm>
          <a:prstGeom prst="rect">
            <a:avLst/>
          </a:prstGeom>
        </p:spPr>
        <p:txBody>
          <a:bodyPr wrap="square">
            <a:spAutoFit/>
          </a:bodyPr>
          <a:lstStyle/>
          <a:p>
            <a:pPr algn="ctr"/>
            <a:r>
              <a:rPr lang="zh-CN" altLang="en-US" sz="6000" dirty="0">
                <a:solidFill>
                  <a:schemeClr val="bg1"/>
                </a:solidFill>
                <a:latin typeface="华文细黑" panose="02010600040101010101" pitchFamily="2" charset="-122"/>
                <a:ea typeface="华文细黑" panose="02010600040101010101" pitchFamily="2" charset="-122"/>
              </a:rPr>
              <a:t>目录</a:t>
            </a:r>
            <a:endParaRPr lang="zh-CN" altLang="en-US" sz="6000" dirty="0">
              <a:solidFill>
                <a:schemeClr val="bg1"/>
              </a:solidFill>
              <a:latin typeface="华文细黑" panose="02010600040101010101" pitchFamily="2" charset="-122"/>
              <a:ea typeface="华文细黑" panose="02010600040101010101" pitchFamily="2" charset="-122"/>
            </a:endParaRPr>
          </a:p>
        </p:txBody>
      </p:sp>
      <p:grpSp>
        <p:nvGrpSpPr>
          <p:cNvPr id="134" name="PA_库_组合 4"/>
          <p:cNvGrpSpPr>
            <a:grpSpLocks noChangeAspect="1"/>
          </p:cNvGrpSpPr>
          <p:nvPr>
            <p:custDataLst>
              <p:tags r:id="rId2"/>
            </p:custDataLst>
          </p:nvPr>
        </p:nvGrpSpPr>
        <p:grpSpPr bwMode="auto">
          <a:xfrm>
            <a:off x="6858755" y="1446515"/>
            <a:ext cx="570955" cy="633519"/>
            <a:chOff x="3313" y="1559"/>
            <a:chExt cx="1086" cy="1205"/>
          </a:xfrm>
        </p:grpSpPr>
        <p:sp>
          <p:nvSpPr>
            <p:cNvPr id="139" name="Freeform 5"/>
            <p:cNvSpPr/>
            <p:nvPr/>
          </p:nvSpPr>
          <p:spPr bwMode="auto">
            <a:xfrm>
              <a:off x="3383" y="1626"/>
              <a:ext cx="983" cy="1133"/>
            </a:xfrm>
            <a:custGeom>
              <a:avLst/>
              <a:gdLst>
                <a:gd name="T0" fmla="*/ 328 w 366"/>
                <a:gd name="T1" fmla="*/ 260 h 422"/>
                <a:gd name="T2" fmla="*/ 86 w 366"/>
                <a:gd name="T3" fmla="*/ 400 h 422"/>
                <a:gd name="T4" fmla="*/ 0 w 366"/>
                <a:gd name="T5" fmla="*/ 351 h 422"/>
                <a:gd name="T6" fmla="*/ 0 w 366"/>
                <a:gd name="T7" fmla="*/ 71 h 422"/>
                <a:gd name="T8" fmla="*/ 86 w 366"/>
                <a:gd name="T9" fmla="*/ 22 h 422"/>
                <a:gd name="T10" fmla="*/ 328 w 366"/>
                <a:gd name="T11" fmla="*/ 162 h 422"/>
                <a:gd name="T12" fmla="*/ 328 w 366"/>
                <a:gd name="T13" fmla="*/ 260 h 422"/>
              </a:gdLst>
              <a:ahLst/>
              <a:cxnLst>
                <a:cxn ang="0">
                  <a:pos x="T0" y="T1"/>
                </a:cxn>
                <a:cxn ang="0">
                  <a:pos x="T2" y="T3"/>
                </a:cxn>
                <a:cxn ang="0">
                  <a:pos x="T4" y="T5"/>
                </a:cxn>
                <a:cxn ang="0">
                  <a:pos x="T6" y="T7"/>
                </a:cxn>
                <a:cxn ang="0">
                  <a:pos x="T8" y="T9"/>
                </a:cxn>
                <a:cxn ang="0">
                  <a:pos x="T10" y="T11"/>
                </a:cxn>
                <a:cxn ang="0">
                  <a:pos x="T12" y="T13"/>
                </a:cxn>
              </a:cxnLst>
              <a:rect l="0" t="0" r="r" b="b"/>
              <a:pathLst>
                <a:path w="366" h="422">
                  <a:moveTo>
                    <a:pt x="328" y="260"/>
                  </a:moveTo>
                  <a:cubicBezTo>
                    <a:pt x="86" y="400"/>
                    <a:pt x="86" y="400"/>
                    <a:pt x="86" y="400"/>
                  </a:cubicBezTo>
                  <a:cubicBezTo>
                    <a:pt x="48" y="422"/>
                    <a:pt x="0" y="395"/>
                    <a:pt x="0" y="351"/>
                  </a:cubicBezTo>
                  <a:cubicBezTo>
                    <a:pt x="0" y="71"/>
                    <a:pt x="0" y="71"/>
                    <a:pt x="0" y="71"/>
                  </a:cubicBezTo>
                  <a:cubicBezTo>
                    <a:pt x="0" y="27"/>
                    <a:pt x="48" y="0"/>
                    <a:pt x="86" y="22"/>
                  </a:cubicBezTo>
                  <a:cubicBezTo>
                    <a:pt x="328" y="162"/>
                    <a:pt x="328" y="162"/>
                    <a:pt x="328" y="162"/>
                  </a:cubicBezTo>
                  <a:cubicBezTo>
                    <a:pt x="366" y="184"/>
                    <a:pt x="366" y="238"/>
                    <a:pt x="328" y="26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6"/>
            <p:cNvSpPr/>
            <p:nvPr/>
          </p:nvSpPr>
          <p:spPr bwMode="auto">
            <a:xfrm>
              <a:off x="3483" y="1803"/>
              <a:ext cx="150" cy="137"/>
            </a:xfrm>
            <a:custGeom>
              <a:avLst/>
              <a:gdLst>
                <a:gd name="T0" fmla="*/ 0 w 56"/>
                <a:gd name="T1" fmla="*/ 51 h 51"/>
                <a:gd name="T2" fmla="*/ 6 w 56"/>
                <a:gd name="T3" fmla="*/ 26 h 51"/>
                <a:gd name="T4" fmla="*/ 41 w 56"/>
                <a:gd name="T5" fmla="*/ 2 h 51"/>
                <a:gd name="T6" fmla="*/ 56 w 56"/>
                <a:gd name="T7" fmla="*/ 1 h 51"/>
              </a:gdLst>
              <a:ahLst/>
              <a:cxnLst>
                <a:cxn ang="0">
                  <a:pos x="T0" y="T1"/>
                </a:cxn>
                <a:cxn ang="0">
                  <a:pos x="T2" y="T3"/>
                </a:cxn>
                <a:cxn ang="0">
                  <a:pos x="T4" y="T5"/>
                </a:cxn>
                <a:cxn ang="0">
                  <a:pos x="T6" y="T7"/>
                </a:cxn>
              </a:cxnLst>
              <a:rect l="0" t="0" r="r" b="b"/>
              <a:pathLst>
                <a:path w="56" h="51">
                  <a:moveTo>
                    <a:pt x="0" y="51"/>
                  </a:moveTo>
                  <a:cubicBezTo>
                    <a:pt x="0" y="42"/>
                    <a:pt x="2" y="34"/>
                    <a:pt x="6" y="26"/>
                  </a:cubicBezTo>
                  <a:cubicBezTo>
                    <a:pt x="14" y="13"/>
                    <a:pt x="27" y="4"/>
                    <a:pt x="41" y="2"/>
                  </a:cubicBezTo>
                  <a:cubicBezTo>
                    <a:pt x="46" y="1"/>
                    <a:pt x="51" y="0"/>
                    <a:pt x="56" y="1"/>
                  </a:cubicBezTo>
                </a:path>
              </a:pathLst>
            </a:custGeom>
            <a:noFill/>
            <a:ln w="50800" cap="rnd">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41" name="Line 7"/>
            <p:cNvSpPr>
              <a:spLocks noChangeShapeType="1"/>
            </p:cNvSpPr>
            <p:nvPr/>
          </p:nvSpPr>
          <p:spPr bwMode="auto">
            <a:xfrm flipV="1">
              <a:off x="3483" y="2004"/>
              <a:ext cx="0" cy="78"/>
            </a:xfrm>
            <a:prstGeom prst="line">
              <a:avLst/>
            </a:prstGeom>
            <a:noFill/>
            <a:ln w="50800" cap="rnd">
              <a:solidFill>
                <a:srgbClr val="FFFFFF"/>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42" name="Freeform 8"/>
            <p:cNvSpPr/>
            <p:nvPr/>
          </p:nvSpPr>
          <p:spPr bwMode="auto">
            <a:xfrm>
              <a:off x="3402" y="2063"/>
              <a:ext cx="997" cy="701"/>
            </a:xfrm>
            <a:custGeom>
              <a:avLst/>
              <a:gdLst>
                <a:gd name="T0" fmla="*/ 339 w 371"/>
                <a:gd name="T1" fmla="*/ 7 h 261"/>
                <a:gd name="T2" fmla="*/ 327 w 371"/>
                <a:gd name="T3" fmla="*/ 0 h 261"/>
                <a:gd name="T4" fmla="*/ 312 w 371"/>
                <a:gd name="T5" fmla="*/ 69 h 261"/>
                <a:gd name="T6" fmla="*/ 37 w 371"/>
                <a:gd name="T7" fmla="*/ 227 h 261"/>
                <a:gd name="T8" fmla="*/ 0 w 371"/>
                <a:gd name="T9" fmla="*/ 232 h 261"/>
                <a:gd name="T10" fmla="*/ 64 w 371"/>
                <a:gd name="T11" fmla="*/ 247 h 261"/>
                <a:gd name="T12" fmla="*/ 339 w 371"/>
                <a:gd name="T13" fmla="*/ 89 h 261"/>
                <a:gd name="T14" fmla="*/ 339 w 371"/>
                <a:gd name="T15" fmla="*/ 7 h 2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1" h="261">
                  <a:moveTo>
                    <a:pt x="339" y="7"/>
                  </a:moveTo>
                  <a:cubicBezTo>
                    <a:pt x="327" y="0"/>
                    <a:pt x="327" y="0"/>
                    <a:pt x="327" y="0"/>
                  </a:cubicBezTo>
                  <a:cubicBezTo>
                    <a:pt x="343" y="22"/>
                    <a:pt x="338" y="55"/>
                    <a:pt x="312" y="69"/>
                  </a:cubicBezTo>
                  <a:cubicBezTo>
                    <a:pt x="37" y="227"/>
                    <a:pt x="37" y="227"/>
                    <a:pt x="37" y="227"/>
                  </a:cubicBezTo>
                  <a:cubicBezTo>
                    <a:pt x="25" y="234"/>
                    <a:pt x="12" y="235"/>
                    <a:pt x="0" y="232"/>
                  </a:cubicBezTo>
                  <a:cubicBezTo>
                    <a:pt x="13" y="252"/>
                    <a:pt x="41" y="261"/>
                    <a:pt x="64" y="247"/>
                  </a:cubicBezTo>
                  <a:cubicBezTo>
                    <a:pt x="339" y="89"/>
                    <a:pt x="339" y="89"/>
                    <a:pt x="339" y="89"/>
                  </a:cubicBezTo>
                  <a:cubicBezTo>
                    <a:pt x="371" y="71"/>
                    <a:pt x="371" y="26"/>
                    <a:pt x="339" y="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9"/>
            <p:cNvSpPr/>
            <p:nvPr/>
          </p:nvSpPr>
          <p:spPr bwMode="auto">
            <a:xfrm>
              <a:off x="3313" y="1559"/>
              <a:ext cx="1005" cy="1159"/>
            </a:xfrm>
            <a:custGeom>
              <a:avLst/>
              <a:gdLst>
                <a:gd name="T0" fmla="*/ 171 w 374"/>
                <a:gd name="T1" fmla="*/ 356 h 432"/>
                <a:gd name="T2" fmla="*/ 71 w 374"/>
                <a:gd name="T3" fmla="*/ 414 h 432"/>
                <a:gd name="T4" fmla="*/ 0 w 374"/>
                <a:gd name="T5" fmla="*/ 373 h 432"/>
                <a:gd name="T6" fmla="*/ 0 w 374"/>
                <a:gd name="T7" fmla="*/ 59 h 432"/>
                <a:gd name="T8" fmla="*/ 71 w 374"/>
                <a:gd name="T9" fmla="*/ 18 h 432"/>
                <a:gd name="T10" fmla="*/ 342 w 374"/>
                <a:gd name="T11" fmla="*/ 175 h 432"/>
                <a:gd name="T12" fmla="*/ 342 w 374"/>
                <a:gd name="T13" fmla="*/ 257 h 432"/>
                <a:gd name="T14" fmla="*/ 310 w 374"/>
                <a:gd name="T15" fmla="*/ 275 h 4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4" h="432">
                  <a:moveTo>
                    <a:pt x="171" y="356"/>
                  </a:moveTo>
                  <a:cubicBezTo>
                    <a:pt x="71" y="414"/>
                    <a:pt x="71" y="414"/>
                    <a:pt x="71" y="414"/>
                  </a:cubicBezTo>
                  <a:cubicBezTo>
                    <a:pt x="39" y="432"/>
                    <a:pt x="0" y="409"/>
                    <a:pt x="0" y="373"/>
                  </a:cubicBezTo>
                  <a:cubicBezTo>
                    <a:pt x="0" y="59"/>
                    <a:pt x="0" y="59"/>
                    <a:pt x="0" y="59"/>
                  </a:cubicBezTo>
                  <a:cubicBezTo>
                    <a:pt x="0" y="23"/>
                    <a:pt x="39" y="0"/>
                    <a:pt x="71" y="18"/>
                  </a:cubicBezTo>
                  <a:cubicBezTo>
                    <a:pt x="342" y="175"/>
                    <a:pt x="342" y="175"/>
                    <a:pt x="342" y="175"/>
                  </a:cubicBezTo>
                  <a:cubicBezTo>
                    <a:pt x="374" y="193"/>
                    <a:pt x="374" y="239"/>
                    <a:pt x="342" y="257"/>
                  </a:cubicBezTo>
                  <a:cubicBezTo>
                    <a:pt x="310" y="275"/>
                    <a:pt x="310" y="275"/>
                    <a:pt x="310" y="275"/>
                  </a:cubicBezTo>
                </a:path>
              </a:pathLst>
            </a:custGeom>
            <a:noFill/>
            <a:ln w="50800" cap="rnd">
              <a:solidFill>
                <a:srgbClr val="050505"/>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44" name="Line 10"/>
            <p:cNvSpPr>
              <a:spLocks noChangeShapeType="1"/>
            </p:cNvSpPr>
            <p:nvPr/>
          </p:nvSpPr>
          <p:spPr bwMode="auto">
            <a:xfrm flipH="1">
              <a:off x="3851" y="2385"/>
              <a:ext cx="142" cy="84"/>
            </a:xfrm>
            <a:prstGeom prst="line">
              <a:avLst/>
            </a:prstGeom>
            <a:noFill/>
            <a:ln w="50800" cap="rnd">
              <a:solidFill>
                <a:srgbClr val="050505"/>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145" name="PA_库_组合 144"/>
          <p:cNvGrpSpPr/>
          <p:nvPr>
            <p:custDataLst>
              <p:tags r:id="rId3"/>
            </p:custDataLst>
          </p:nvPr>
        </p:nvGrpSpPr>
        <p:grpSpPr>
          <a:xfrm>
            <a:off x="9838032" y="1481740"/>
            <a:ext cx="560275" cy="523159"/>
            <a:chOff x="6546853" y="1989140"/>
            <a:chExt cx="2046442" cy="1910878"/>
          </a:xfrm>
        </p:grpSpPr>
        <p:sp>
          <p:nvSpPr>
            <p:cNvPr id="146" name="矩形: 圆角 145"/>
            <p:cNvSpPr/>
            <p:nvPr/>
          </p:nvSpPr>
          <p:spPr>
            <a:xfrm>
              <a:off x="6686756" y="2086134"/>
              <a:ext cx="1906539" cy="18138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147" name="组合 146"/>
            <p:cNvGrpSpPr/>
            <p:nvPr/>
          </p:nvGrpSpPr>
          <p:grpSpPr>
            <a:xfrm>
              <a:off x="6546853" y="1989140"/>
              <a:ext cx="1884364" cy="1785939"/>
              <a:chOff x="6546853" y="1989140"/>
              <a:chExt cx="1884364" cy="1785939"/>
            </a:xfrm>
          </p:grpSpPr>
          <p:sp>
            <p:nvSpPr>
              <p:cNvPr id="148"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49"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0"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1"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52"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grpSp>
        <p:nvGrpSpPr>
          <p:cNvPr id="153" name="PA_库_组合 4"/>
          <p:cNvGrpSpPr>
            <a:grpSpLocks noChangeAspect="1"/>
          </p:cNvGrpSpPr>
          <p:nvPr>
            <p:custDataLst>
              <p:tags r:id="rId4"/>
            </p:custDataLst>
          </p:nvPr>
        </p:nvGrpSpPr>
        <p:grpSpPr bwMode="auto">
          <a:xfrm>
            <a:off x="9813289" y="3509621"/>
            <a:ext cx="619430" cy="552300"/>
            <a:chOff x="1881" y="1396"/>
            <a:chExt cx="1421" cy="1267"/>
          </a:xfrm>
        </p:grpSpPr>
        <p:sp>
          <p:nvSpPr>
            <p:cNvPr id="154" name="Freeform 5"/>
            <p:cNvSpPr/>
            <p:nvPr/>
          </p:nvSpPr>
          <p:spPr bwMode="auto">
            <a:xfrm>
              <a:off x="1970" y="1436"/>
              <a:ext cx="1324" cy="1216"/>
            </a:xfrm>
            <a:custGeom>
              <a:avLst/>
              <a:gdLst>
                <a:gd name="T0" fmla="*/ 426 w 494"/>
                <a:gd name="T1" fmla="*/ 344 h 453"/>
                <a:gd name="T2" fmla="*/ 429 w 494"/>
                <a:gd name="T3" fmla="*/ 330 h 453"/>
                <a:gd name="T4" fmla="*/ 494 w 494"/>
                <a:gd name="T5" fmla="*/ 197 h 453"/>
                <a:gd name="T6" fmla="*/ 247 w 494"/>
                <a:gd name="T7" fmla="*/ 0 h 453"/>
                <a:gd name="T8" fmla="*/ 0 w 494"/>
                <a:gd name="T9" fmla="*/ 197 h 453"/>
                <a:gd name="T10" fmla="*/ 247 w 494"/>
                <a:gd name="T11" fmla="*/ 394 h 453"/>
                <a:gd name="T12" fmla="*/ 282 w 494"/>
                <a:gd name="T13" fmla="*/ 392 h 453"/>
                <a:gd name="T14" fmla="*/ 287 w 494"/>
                <a:gd name="T15" fmla="*/ 393 h 453"/>
                <a:gd name="T16" fmla="*/ 446 w 494"/>
                <a:gd name="T17" fmla="*/ 450 h 453"/>
                <a:gd name="T18" fmla="*/ 462 w 494"/>
                <a:gd name="T19" fmla="*/ 432 h 453"/>
                <a:gd name="T20" fmla="*/ 426 w 494"/>
                <a:gd name="T21" fmla="*/ 344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94" h="453">
                  <a:moveTo>
                    <a:pt x="426" y="344"/>
                  </a:moveTo>
                  <a:cubicBezTo>
                    <a:pt x="424" y="339"/>
                    <a:pt x="425" y="334"/>
                    <a:pt x="429" y="330"/>
                  </a:cubicBezTo>
                  <a:cubicBezTo>
                    <a:pt x="469" y="295"/>
                    <a:pt x="494" y="248"/>
                    <a:pt x="494" y="197"/>
                  </a:cubicBezTo>
                  <a:cubicBezTo>
                    <a:pt x="494" y="89"/>
                    <a:pt x="383" y="0"/>
                    <a:pt x="247" y="0"/>
                  </a:cubicBezTo>
                  <a:cubicBezTo>
                    <a:pt x="111" y="0"/>
                    <a:pt x="0" y="89"/>
                    <a:pt x="0" y="197"/>
                  </a:cubicBezTo>
                  <a:cubicBezTo>
                    <a:pt x="0" y="306"/>
                    <a:pt x="111" y="394"/>
                    <a:pt x="247" y="394"/>
                  </a:cubicBezTo>
                  <a:cubicBezTo>
                    <a:pt x="259" y="394"/>
                    <a:pt x="271" y="394"/>
                    <a:pt x="282" y="392"/>
                  </a:cubicBezTo>
                  <a:cubicBezTo>
                    <a:pt x="284" y="392"/>
                    <a:pt x="285" y="392"/>
                    <a:pt x="287" y="393"/>
                  </a:cubicBezTo>
                  <a:cubicBezTo>
                    <a:pt x="446" y="450"/>
                    <a:pt x="446" y="450"/>
                    <a:pt x="446" y="450"/>
                  </a:cubicBezTo>
                  <a:cubicBezTo>
                    <a:pt x="457" y="453"/>
                    <a:pt x="466" y="442"/>
                    <a:pt x="462" y="432"/>
                  </a:cubicBezTo>
                  <a:lnTo>
                    <a:pt x="426" y="344"/>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6"/>
            <p:cNvSpPr/>
            <p:nvPr/>
          </p:nvSpPr>
          <p:spPr bwMode="auto">
            <a:xfrm>
              <a:off x="2265" y="1501"/>
              <a:ext cx="1037" cy="1162"/>
            </a:xfrm>
            <a:custGeom>
              <a:avLst/>
              <a:gdLst>
                <a:gd name="T0" fmla="*/ 320 w 387"/>
                <a:gd name="T1" fmla="*/ 324 h 433"/>
                <a:gd name="T2" fmla="*/ 323 w 387"/>
                <a:gd name="T3" fmla="*/ 310 h 433"/>
                <a:gd name="T4" fmla="*/ 387 w 387"/>
                <a:gd name="T5" fmla="*/ 177 h 433"/>
                <a:gd name="T6" fmla="*/ 248 w 387"/>
                <a:gd name="T7" fmla="*/ 0 h 433"/>
                <a:gd name="T8" fmla="*/ 354 w 387"/>
                <a:gd name="T9" fmla="*/ 162 h 433"/>
                <a:gd name="T10" fmla="*/ 352 w 387"/>
                <a:gd name="T11" fmla="*/ 182 h 433"/>
                <a:gd name="T12" fmla="*/ 289 w 387"/>
                <a:gd name="T13" fmla="*/ 294 h 433"/>
                <a:gd name="T14" fmla="*/ 286 w 387"/>
                <a:gd name="T15" fmla="*/ 309 h 433"/>
                <a:gd name="T16" fmla="*/ 322 w 387"/>
                <a:gd name="T17" fmla="*/ 396 h 433"/>
                <a:gd name="T18" fmla="*/ 306 w 387"/>
                <a:gd name="T19" fmla="*/ 414 h 433"/>
                <a:gd name="T20" fmla="*/ 147 w 387"/>
                <a:gd name="T21" fmla="*/ 357 h 433"/>
                <a:gd name="T22" fmla="*/ 142 w 387"/>
                <a:gd name="T23" fmla="*/ 356 h 433"/>
                <a:gd name="T24" fmla="*/ 107 w 387"/>
                <a:gd name="T25" fmla="*/ 358 h 433"/>
                <a:gd name="T26" fmla="*/ 0 w 387"/>
                <a:gd name="T27" fmla="*/ 339 h 433"/>
                <a:gd name="T28" fmla="*/ 141 w 387"/>
                <a:gd name="T29" fmla="*/ 374 h 433"/>
                <a:gd name="T30" fmla="*/ 176 w 387"/>
                <a:gd name="T31" fmla="*/ 372 h 433"/>
                <a:gd name="T32" fmla="*/ 181 w 387"/>
                <a:gd name="T33" fmla="*/ 373 h 433"/>
                <a:gd name="T34" fmla="*/ 340 w 387"/>
                <a:gd name="T35" fmla="*/ 430 h 433"/>
                <a:gd name="T36" fmla="*/ 356 w 387"/>
                <a:gd name="T37" fmla="*/ 412 h 433"/>
                <a:gd name="T38" fmla="*/ 320 w 387"/>
                <a:gd name="T39" fmla="*/ 324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87" h="433">
                  <a:moveTo>
                    <a:pt x="320" y="324"/>
                  </a:moveTo>
                  <a:cubicBezTo>
                    <a:pt x="318" y="319"/>
                    <a:pt x="319" y="314"/>
                    <a:pt x="323" y="310"/>
                  </a:cubicBezTo>
                  <a:cubicBezTo>
                    <a:pt x="363" y="275"/>
                    <a:pt x="387" y="228"/>
                    <a:pt x="387" y="177"/>
                  </a:cubicBezTo>
                  <a:cubicBezTo>
                    <a:pt x="387" y="99"/>
                    <a:pt x="330" y="32"/>
                    <a:pt x="248" y="0"/>
                  </a:cubicBezTo>
                  <a:cubicBezTo>
                    <a:pt x="312" y="35"/>
                    <a:pt x="354" y="95"/>
                    <a:pt x="354" y="162"/>
                  </a:cubicBezTo>
                  <a:cubicBezTo>
                    <a:pt x="354" y="169"/>
                    <a:pt x="353" y="176"/>
                    <a:pt x="352" y="182"/>
                  </a:cubicBezTo>
                  <a:cubicBezTo>
                    <a:pt x="347" y="225"/>
                    <a:pt x="324" y="264"/>
                    <a:pt x="289" y="294"/>
                  </a:cubicBezTo>
                  <a:cubicBezTo>
                    <a:pt x="285" y="298"/>
                    <a:pt x="284" y="304"/>
                    <a:pt x="286" y="309"/>
                  </a:cubicBezTo>
                  <a:cubicBezTo>
                    <a:pt x="322" y="396"/>
                    <a:pt x="322" y="396"/>
                    <a:pt x="322" y="396"/>
                  </a:cubicBezTo>
                  <a:cubicBezTo>
                    <a:pt x="326" y="407"/>
                    <a:pt x="317" y="417"/>
                    <a:pt x="306" y="414"/>
                  </a:cubicBezTo>
                  <a:cubicBezTo>
                    <a:pt x="147" y="357"/>
                    <a:pt x="147" y="357"/>
                    <a:pt x="147" y="357"/>
                  </a:cubicBezTo>
                  <a:cubicBezTo>
                    <a:pt x="145" y="356"/>
                    <a:pt x="144" y="356"/>
                    <a:pt x="142" y="356"/>
                  </a:cubicBezTo>
                  <a:cubicBezTo>
                    <a:pt x="131" y="358"/>
                    <a:pt x="119" y="358"/>
                    <a:pt x="107" y="358"/>
                  </a:cubicBezTo>
                  <a:cubicBezTo>
                    <a:pt x="69" y="358"/>
                    <a:pt x="32" y="351"/>
                    <a:pt x="0" y="339"/>
                  </a:cubicBezTo>
                  <a:cubicBezTo>
                    <a:pt x="40" y="361"/>
                    <a:pt x="88" y="374"/>
                    <a:pt x="141" y="374"/>
                  </a:cubicBezTo>
                  <a:cubicBezTo>
                    <a:pt x="153" y="374"/>
                    <a:pt x="164" y="373"/>
                    <a:pt x="176" y="372"/>
                  </a:cubicBezTo>
                  <a:cubicBezTo>
                    <a:pt x="177" y="372"/>
                    <a:pt x="179" y="372"/>
                    <a:pt x="181" y="373"/>
                  </a:cubicBezTo>
                  <a:cubicBezTo>
                    <a:pt x="340" y="430"/>
                    <a:pt x="340" y="430"/>
                    <a:pt x="340" y="430"/>
                  </a:cubicBezTo>
                  <a:cubicBezTo>
                    <a:pt x="350" y="433"/>
                    <a:pt x="360" y="422"/>
                    <a:pt x="356" y="412"/>
                  </a:cubicBezTo>
                  <a:lnTo>
                    <a:pt x="320" y="324"/>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7"/>
            <p:cNvSpPr/>
            <p:nvPr/>
          </p:nvSpPr>
          <p:spPr bwMode="auto">
            <a:xfrm>
              <a:off x="3179" y="1925"/>
              <a:ext cx="19" cy="121"/>
            </a:xfrm>
            <a:custGeom>
              <a:avLst/>
              <a:gdLst>
                <a:gd name="T0" fmla="*/ 0 w 7"/>
                <a:gd name="T1" fmla="*/ 45 h 45"/>
                <a:gd name="T2" fmla="*/ 6 w 7"/>
                <a:gd name="T3" fmla="*/ 21 h 45"/>
                <a:gd name="T4" fmla="*/ 7 w 7"/>
                <a:gd name="T5" fmla="*/ 0 h 45"/>
              </a:gdLst>
              <a:ahLst/>
              <a:cxnLst>
                <a:cxn ang="0">
                  <a:pos x="T0" y="T1"/>
                </a:cxn>
                <a:cxn ang="0">
                  <a:pos x="T2" y="T3"/>
                </a:cxn>
                <a:cxn ang="0">
                  <a:pos x="T4" y="T5"/>
                </a:cxn>
              </a:cxnLst>
              <a:rect l="0" t="0" r="r" b="b"/>
              <a:pathLst>
                <a:path w="7" h="45">
                  <a:moveTo>
                    <a:pt x="0" y="45"/>
                  </a:moveTo>
                  <a:cubicBezTo>
                    <a:pt x="3" y="37"/>
                    <a:pt x="4" y="29"/>
                    <a:pt x="6" y="21"/>
                  </a:cubicBezTo>
                  <a:cubicBezTo>
                    <a:pt x="7" y="14"/>
                    <a:pt x="7" y="7"/>
                    <a:pt x="7" y="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7" name="Freeform 8"/>
            <p:cNvSpPr/>
            <p:nvPr/>
          </p:nvSpPr>
          <p:spPr bwMode="auto">
            <a:xfrm>
              <a:off x="1881" y="1874"/>
              <a:ext cx="1258" cy="738"/>
            </a:xfrm>
            <a:custGeom>
              <a:avLst/>
              <a:gdLst>
                <a:gd name="T0" fmla="*/ 1 w 469"/>
                <a:gd name="T1" fmla="*/ 0 h 275"/>
                <a:gd name="T2" fmla="*/ 0 w 469"/>
                <a:gd name="T3" fmla="*/ 19 h 275"/>
                <a:gd name="T4" fmla="*/ 246 w 469"/>
                <a:gd name="T5" fmla="*/ 215 h 275"/>
                <a:gd name="T6" fmla="*/ 281 w 469"/>
                <a:gd name="T7" fmla="*/ 213 h 275"/>
                <a:gd name="T8" fmla="*/ 286 w 469"/>
                <a:gd name="T9" fmla="*/ 214 h 275"/>
                <a:gd name="T10" fmla="*/ 446 w 469"/>
                <a:gd name="T11" fmla="*/ 271 h 275"/>
                <a:gd name="T12" fmla="*/ 461 w 469"/>
                <a:gd name="T13" fmla="*/ 253 h 275"/>
                <a:gd name="T14" fmla="*/ 425 w 469"/>
                <a:gd name="T15" fmla="*/ 166 h 275"/>
                <a:gd name="T16" fmla="*/ 429 w 469"/>
                <a:gd name="T17" fmla="*/ 151 h 275"/>
                <a:gd name="T18" fmla="*/ 469 w 469"/>
                <a:gd name="T19" fmla="*/ 103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9" h="275">
                  <a:moveTo>
                    <a:pt x="1" y="0"/>
                  </a:moveTo>
                  <a:cubicBezTo>
                    <a:pt x="0" y="6"/>
                    <a:pt x="0" y="12"/>
                    <a:pt x="0" y="19"/>
                  </a:cubicBezTo>
                  <a:cubicBezTo>
                    <a:pt x="0" y="127"/>
                    <a:pt x="110" y="215"/>
                    <a:pt x="246" y="215"/>
                  </a:cubicBezTo>
                  <a:cubicBezTo>
                    <a:pt x="258" y="215"/>
                    <a:pt x="270" y="215"/>
                    <a:pt x="281" y="213"/>
                  </a:cubicBezTo>
                  <a:cubicBezTo>
                    <a:pt x="283" y="213"/>
                    <a:pt x="285" y="213"/>
                    <a:pt x="286" y="214"/>
                  </a:cubicBezTo>
                  <a:cubicBezTo>
                    <a:pt x="446" y="271"/>
                    <a:pt x="446" y="271"/>
                    <a:pt x="446" y="271"/>
                  </a:cubicBezTo>
                  <a:cubicBezTo>
                    <a:pt x="456" y="275"/>
                    <a:pt x="466" y="264"/>
                    <a:pt x="461" y="253"/>
                  </a:cubicBezTo>
                  <a:cubicBezTo>
                    <a:pt x="425" y="166"/>
                    <a:pt x="425" y="166"/>
                    <a:pt x="425" y="166"/>
                  </a:cubicBezTo>
                  <a:cubicBezTo>
                    <a:pt x="423" y="161"/>
                    <a:pt x="425" y="155"/>
                    <a:pt x="429" y="151"/>
                  </a:cubicBezTo>
                  <a:cubicBezTo>
                    <a:pt x="445" y="137"/>
                    <a:pt x="459" y="121"/>
                    <a:pt x="469" y="103"/>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8" name="Freeform 9"/>
            <p:cNvSpPr/>
            <p:nvPr/>
          </p:nvSpPr>
          <p:spPr bwMode="auto">
            <a:xfrm>
              <a:off x="1913" y="1686"/>
              <a:ext cx="38" cy="70"/>
            </a:xfrm>
            <a:custGeom>
              <a:avLst/>
              <a:gdLst>
                <a:gd name="T0" fmla="*/ 14 w 14"/>
                <a:gd name="T1" fmla="*/ 0 h 26"/>
                <a:gd name="T2" fmla="*/ 0 w 14"/>
                <a:gd name="T3" fmla="*/ 26 h 26"/>
              </a:gdLst>
              <a:ahLst/>
              <a:cxnLst>
                <a:cxn ang="0">
                  <a:pos x="T0" y="T1"/>
                </a:cxn>
                <a:cxn ang="0">
                  <a:pos x="T2" y="T3"/>
                </a:cxn>
              </a:cxnLst>
              <a:rect l="0" t="0" r="r" b="b"/>
              <a:pathLst>
                <a:path w="14" h="26">
                  <a:moveTo>
                    <a:pt x="14" y="0"/>
                  </a:moveTo>
                  <a:cubicBezTo>
                    <a:pt x="8" y="9"/>
                    <a:pt x="4" y="17"/>
                    <a:pt x="0" y="26"/>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9" name="Freeform 10"/>
            <p:cNvSpPr/>
            <p:nvPr/>
          </p:nvSpPr>
          <p:spPr bwMode="auto">
            <a:xfrm>
              <a:off x="1986" y="1396"/>
              <a:ext cx="1209" cy="440"/>
            </a:xfrm>
            <a:custGeom>
              <a:avLst/>
              <a:gdLst>
                <a:gd name="T0" fmla="*/ 451 w 451"/>
                <a:gd name="T1" fmla="*/ 164 h 164"/>
                <a:gd name="T2" fmla="*/ 207 w 451"/>
                <a:gd name="T3" fmla="*/ 0 h 164"/>
                <a:gd name="T4" fmla="*/ 0 w 451"/>
                <a:gd name="T5" fmla="*/ 90 h 164"/>
              </a:gdLst>
              <a:ahLst/>
              <a:cxnLst>
                <a:cxn ang="0">
                  <a:pos x="T0" y="T1"/>
                </a:cxn>
                <a:cxn ang="0">
                  <a:pos x="T2" y="T3"/>
                </a:cxn>
                <a:cxn ang="0">
                  <a:pos x="T4" y="T5"/>
                </a:cxn>
              </a:cxnLst>
              <a:rect l="0" t="0" r="r" b="b"/>
              <a:pathLst>
                <a:path w="451" h="164">
                  <a:moveTo>
                    <a:pt x="451" y="164"/>
                  </a:moveTo>
                  <a:cubicBezTo>
                    <a:pt x="431" y="71"/>
                    <a:pt x="330" y="0"/>
                    <a:pt x="207" y="0"/>
                  </a:cubicBezTo>
                  <a:cubicBezTo>
                    <a:pt x="120" y="0"/>
                    <a:pt x="44" y="36"/>
                    <a:pt x="0" y="9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0" name="Freeform 11"/>
            <p:cNvSpPr/>
            <p:nvPr/>
          </p:nvSpPr>
          <p:spPr bwMode="auto">
            <a:xfrm>
              <a:off x="2265" y="1581"/>
              <a:ext cx="91" cy="65"/>
            </a:xfrm>
            <a:custGeom>
              <a:avLst/>
              <a:gdLst>
                <a:gd name="T0" fmla="*/ 0 w 34"/>
                <a:gd name="T1" fmla="*/ 24 h 24"/>
                <a:gd name="T2" fmla="*/ 34 w 34"/>
                <a:gd name="T3" fmla="*/ 0 h 24"/>
              </a:gdLst>
              <a:ahLst/>
              <a:cxnLst>
                <a:cxn ang="0">
                  <a:pos x="T0" y="T1"/>
                </a:cxn>
                <a:cxn ang="0">
                  <a:pos x="T2" y="T3"/>
                </a:cxn>
              </a:cxnLst>
              <a:rect l="0" t="0" r="r" b="b"/>
              <a:pathLst>
                <a:path w="34" h="24">
                  <a:moveTo>
                    <a:pt x="0" y="24"/>
                  </a:moveTo>
                  <a:cubicBezTo>
                    <a:pt x="10" y="15"/>
                    <a:pt x="22" y="7"/>
                    <a:pt x="34" y="0"/>
                  </a:cubicBezTo>
                </a:path>
              </a:pathLst>
            </a:custGeom>
            <a:noFill/>
            <a:ln w="50800" cap="rnd">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1" name="Freeform 12"/>
            <p:cNvSpPr/>
            <p:nvPr/>
          </p:nvSpPr>
          <p:spPr bwMode="auto">
            <a:xfrm>
              <a:off x="2112" y="1699"/>
              <a:ext cx="91" cy="137"/>
            </a:xfrm>
            <a:custGeom>
              <a:avLst/>
              <a:gdLst>
                <a:gd name="T0" fmla="*/ 0 w 34"/>
                <a:gd name="T1" fmla="*/ 51 h 51"/>
                <a:gd name="T2" fmla="*/ 34 w 34"/>
                <a:gd name="T3" fmla="*/ 0 h 51"/>
              </a:gdLst>
              <a:ahLst/>
              <a:cxnLst>
                <a:cxn ang="0">
                  <a:pos x="T0" y="T1"/>
                </a:cxn>
                <a:cxn ang="0">
                  <a:pos x="T2" y="T3"/>
                </a:cxn>
              </a:cxnLst>
              <a:rect l="0" t="0" r="r" b="b"/>
              <a:pathLst>
                <a:path w="34" h="51">
                  <a:moveTo>
                    <a:pt x="0" y="51"/>
                  </a:moveTo>
                  <a:cubicBezTo>
                    <a:pt x="8" y="33"/>
                    <a:pt x="20" y="16"/>
                    <a:pt x="34" y="0"/>
                  </a:cubicBezTo>
                </a:path>
              </a:pathLst>
            </a:custGeom>
            <a:noFill/>
            <a:ln w="50800" cap="rnd">
              <a:solidFill>
                <a:srgbClr val="FFFFFF"/>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grpSp>
        <p:nvGrpSpPr>
          <p:cNvPr id="162" name="PA_库_组合 13"/>
          <p:cNvGrpSpPr>
            <a:grpSpLocks noChangeAspect="1"/>
          </p:cNvGrpSpPr>
          <p:nvPr>
            <p:custDataLst>
              <p:tags r:id="rId5"/>
            </p:custDataLst>
          </p:nvPr>
        </p:nvGrpSpPr>
        <p:grpSpPr bwMode="auto">
          <a:xfrm>
            <a:off x="6854294" y="3408216"/>
            <a:ext cx="579876" cy="610196"/>
            <a:chOff x="3239" y="1524"/>
            <a:chExt cx="1224" cy="1288"/>
          </a:xfrm>
        </p:grpSpPr>
        <p:sp>
          <p:nvSpPr>
            <p:cNvPr id="163" name="Freeform 14"/>
            <p:cNvSpPr/>
            <p:nvPr/>
          </p:nvSpPr>
          <p:spPr bwMode="auto">
            <a:xfrm>
              <a:off x="3311" y="2487"/>
              <a:ext cx="1152" cy="325"/>
            </a:xfrm>
            <a:custGeom>
              <a:avLst/>
              <a:gdLst>
                <a:gd name="T0" fmla="*/ 405 w 429"/>
                <a:gd name="T1" fmla="*/ 0 h 121"/>
                <a:gd name="T2" fmla="*/ 414 w 429"/>
                <a:gd name="T3" fmla="*/ 27 h 121"/>
                <a:gd name="T4" fmla="*/ 195 w 429"/>
                <a:gd name="T5" fmla="*/ 105 h 121"/>
                <a:gd name="T6" fmla="*/ 0 w 429"/>
                <a:gd name="T7" fmla="*/ 67 h 121"/>
                <a:gd name="T8" fmla="*/ 211 w 429"/>
                <a:gd name="T9" fmla="*/ 121 h 121"/>
                <a:gd name="T10" fmla="*/ 429 w 429"/>
                <a:gd name="T11" fmla="*/ 42 h 121"/>
                <a:gd name="T12" fmla="*/ 405 w 429"/>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429" h="121">
                  <a:moveTo>
                    <a:pt x="405" y="0"/>
                  </a:moveTo>
                  <a:cubicBezTo>
                    <a:pt x="411" y="7"/>
                    <a:pt x="414" y="16"/>
                    <a:pt x="414" y="27"/>
                  </a:cubicBezTo>
                  <a:cubicBezTo>
                    <a:pt x="414" y="86"/>
                    <a:pt x="316" y="105"/>
                    <a:pt x="195" y="105"/>
                  </a:cubicBezTo>
                  <a:cubicBezTo>
                    <a:pt x="110" y="105"/>
                    <a:pt x="36" y="93"/>
                    <a:pt x="0" y="67"/>
                  </a:cubicBezTo>
                  <a:cubicBezTo>
                    <a:pt x="26" y="105"/>
                    <a:pt x="110" y="121"/>
                    <a:pt x="211" y="121"/>
                  </a:cubicBezTo>
                  <a:cubicBezTo>
                    <a:pt x="331" y="121"/>
                    <a:pt x="429" y="101"/>
                    <a:pt x="429" y="42"/>
                  </a:cubicBezTo>
                  <a:cubicBezTo>
                    <a:pt x="429" y="25"/>
                    <a:pt x="421" y="11"/>
                    <a:pt x="405"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15"/>
            <p:cNvSpPr/>
            <p:nvPr/>
          </p:nvSpPr>
          <p:spPr bwMode="auto">
            <a:xfrm>
              <a:off x="3290" y="2391"/>
              <a:ext cx="1132" cy="378"/>
            </a:xfrm>
            <a:custGeom>
              <a:avLst/>
              <a:gdLst>
                <a:gd name="T0" fmla="*/ 422 w 422"/>
                <a:gd name="T1" fmla="*/ 63 h 141"/>
                <a:gd name="T2" fmla="*/ 413 w 422"/>
                <a:gd name="T3" fmla="*/ 36 h 141"/>
                <a:gd name="T4" fmla="*/ 219 w 422"/>
                <a:gd name="T5" fmla="*/ 0 h 141"/>
                <a:gd name="T6" fmla="*/ 0 w 422"/>
                <a:gd name="T7" fmla="*/ 78 h 141"/>
                <a:gd name="T8" fmla="*/ 8 w 422"/>
                <a:gd name="T9" fmla="*/ 103 h 141"/>
                <a:gd name="T10" fmla="*/ 203 w 422"/>
                <a:gd name="T11" fmla="*/ 141 h 141"/>
                <a:gd name="T12" fmla="*/ 422 w 422"/>
                <a:gd name="T13" fmla="*/ 63 h 141"/>
              </a:gdLst>
              <a:ahLst/>
              <a:cxnLst>
                <a:cxn ang="0">
                  <a:pos x="T0" y="T1"/>
                </a:cxn>
                <a:cxn ang="0">
                  <a:pos x="T2" y="T3"/>
                </a:cxn>
                <a:cxn ang="0">
                  <a:pos x="T4" y="T5"/>
                </a:cxn>
                <a:cxn ang="0">
                  <a:pos x="T6" y="T7"/>
                </a:cxn>
                <a:cxn ang="0">
                  <a:pos x="T8" y="T9"/>
                </a:cxn>
                <a:cxn ang="0">
                  <a:pos x="T10" y="T11"/>
                </a:cxn>
                <a:cxn ang="0">
                  <a:pos x="T12" y="T13"/>
                </a:cxn>
              </a:cxnLst>
              <a:rect l="0" t="0" r="r" b="b"/>
              <a:pathLst>
                <a:path w="422" h="141">
                  <a:moveTo>
                    <a:pt x="422" y="63"/>
                  </a:moveTo>
                  <a:cubicBezTo>
                    <a:pt x="422" y="52"/>
                    <a:pt x="419" y="43"/>
                    <a:pt x="413" y="36"/>
                  </a:cubicBezTo>
                  <a:cubicBezTo>
                    <a:pt x="377" y="9"/>
                    <a:pt x="304" y="0"/>
                    <a:pt x="219" y="0"/>
                  </a:cubicBezTo>
                  <a:cubicBezTo>
                    <a:pt x="98" y="0"/>
                    <a:pt x="0" y="19"/>
                    <a:pt x="0" y="78"/>
                  </a:cubicBezTo>
                  <a:cubicBezTo>
                    <a:pt x="0" y="87"/>
                    <a:pt x="3" y="96"/>
                    <a:pt x="8" y="103"/>
                  </a:cubicBezTo>
                  <a:cubicBezTo>
                    <a:pt x="44" y="129"/>
                    <a:pt x="118" y="141"/>
                    <a:pt x="203" y="141"/>
                  </a:cubicBezTo>
                  <a:cubicBezTo>
                    <a:pt x="324" y="141"/>
                    <a:pt x="422" y="122"/>
                    <a:pt x="422" y="63"/>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16"/>
            <p:cNvSpPr/>
            <p:nvPr/>
          </p:nvSpPr>
          <p:spPr bwMode="auto">
            <a:xfrm>
              <a:off x="3239" y="2348"/>
              <a:ext cx="1173" cy="421"/>
            </a:xfrm>
            <a:custGeom>
              <a:avLst/>
              <a:gdLst>
                <a:gd name="T0" fmla="*/ 324 w 437"/>
                <a:gd name="T1" fmla="*/ 151 h 157"/>
                <a:gd name="T2" fmla="*/ 218 w 437"/>
                <a:gd name="T3" fmla="*/ 157 h 157"/>
                <a:gd name="T4" fmla="*/ 0 w 437"/>
                <a:gd name="T5" fmla="*/ 79 h 157"/>
                <a:gd name="T6" fmla="*/ 218 w 437"/>
                <a:gd name="T7" fmla="*/ 0 h 157"/>
                <a:gd name="T8" fmla="*/ 437 w 437"/>
                <a:gd name="T9" fmla="*/ 79 h 157"/>
                <a:gd name="T10" fmla="*/ 419 w 437"/>
                <a:gd name="T11" fmla="*/ 116 h 157"/>
              </a:gdLst>
              <a:ahLst/>
              <a:cxnLst>
                <a:cxn ang="0">
                  <a:pos x="T0" y="T1"/>
                </a:cxn>
                <a:cxn ang="0">
                  <a:pos x="T2" y="T3"/>
                </a:cxn>
                <a:cxn ang="0">
                  <a:pos x="T4" y="T5"/>
                </a:cxn>
                <a:cxn ang="0">
                  <a:pos x="T6" y="T7"/>
                </a:cxn>
                <a:cxn ang="0">
                  <a:pos x="T8" y="T9"/>
                </a:cxn>
                <a:cxn ang="0">
                  <a:pos x="T10" y="T11"/>
                </a:cxn>
              </a:cxnLst>
              <a:rect l="0" t="0" r="r" b="b"/>
              <a:pathLst>
                <a:path w="437" h="157">
                  <a:moveTo>
                    <a:pt x="324" y="151"/>
                  </a:moveTo>
                  <a:cubicBezTo>
                    <a:pt x="293" y="155"/>
                    <a:pt x="257" y="157"/>
                    <a:pt x="218" y="157"/>
                  </a:cubicBezTo>
                  <a:cubicBezTo>
                    <a:pt x="98" y="157"/>
                    <a:pt x="0" y="134"/>
                    <a:pt x="0" y="79"/>
                  </a:cubicBezTo>
                  <a:cubicBezTo>
                    <a:pt x="0" y="19"/>
                    <a:pt x="98" y="0"/>
                    <a:pt x="218" y="0"/>
                  </a:cubicBezTo>
                  <a:cubicBezTo>
                    <a:pt x="339" y="0"/>
                    <a:pt x="437" y="19"/>
                    <a:pt x="437" y="79"/>
                  </a:cubicBezTo>
                  <a:cubicBezTo>
                    <a:pt x="437" y="94"/>
                    <a:pt x="430" y="106"/>
                    <a:pt x="419" y="116"/>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6" name="Freeform 17"/>
            <p:cNvSpPr/>
            <p:nvPr/>
          </p:nvSpPr>
          <p:spPr bwMode="auto">
            <a:xfrm>
              <a:off x="4167" y="2715"/>
              <a:ext cx="94" cy="27"/>
            </a:xfrm>
            <a:custGeom>
              <a:avLst/>
              <a:gdLst>
                <a:gd name="T0" fmla="*/ 35 w 35"/>
                <a:gd name="T1" fmla="*/ 0 h 10"/>
                <a:gd name="T2" fmla="*/ 0 w 35"/>
                <a:gd name="T3" fmla="*/ 10 h 10"/>
              </a:gdLst>
              <a:ahLst/>
              <a:cxnLst>
                <a:cxn ang="0">
                  <a:pos x="T0" y="T1"/>
                </a:cxn>
                <a:cxn ang="0">
                  <a:pos x="T2" y="T3"/>
                </a:cxn>
              </a:cxnLst>
              <a:rect l="0" t="0" r="r" b="b"/>
              <a:pathLst>
                <a:path w="35" h="10">
                  <a:moveTo>
                    <a:pt x="35" y="0"/>
                  </a:moveTo>
                  <a:cubicBezTo>
                    <a:pt x="24" y="4"/>
                    <a:pt x="12" y="7"/>
                    <a:pt x="0" y="1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67" name="Freeform 18"/>
            <p:cNvSpPr/>
            <p:nvPr/>
          </p:nvSpPr>
          <p:spPr bwMode="auto">
            <a:xfrm>
              <a:off x="3827" y="1666"/>
              <a:ext cx="416" cy="934"/>
            </a:xfrm>
            <a:custGeom>
              <a:avLst/>
              <a:gdLst>
                <a:gd name="T0" fmla="*/ 106 w 155"/>
                <a:gd name="T1" fmla="*/ 0 h 348"/>
                <a:gd name="T2" fmla="*/ 139 w 155"/>
                <a:gd name="T3" fmla="*/ 91 h 348"/>
                <a:gd name="T4" fmla="*/ 0 w 155"/>
                <a:gd name="T5" fmla="*/ 331 h 348"/>
                <a:gd name="T6" fmla="*/ 15 w 155"/>
                <a:gd name="T7" fmla="*/ 348 h 348"/>
                <a:gd name="T8" fmla="*/ 155 w 155"/>
                <a:gd name="T9" fmla="*/ 106 h 348"/>
                <a:gd name="T10" fmla="*/ 106 w 155"/>
                <a:gd name="T11" fmla="*/ 0 h 348"/>
              </a:gdLst>
              <a:ahLst/>
              <a:cxnLst>
                <a:cxn ang="0">
                  <a:pos x="T0" y="T1"/>
                </a:cxn>
                <a:cxn ang="0">
                  <a:pos x="T2" y="T3"/>
                </a:cxn>
                <a:cxn ang="0">
                  <a:pos x="T4" y="T5"/>
                </a:cxn>
                <a:cxn ang="0">
                  <a:pos x="T6" y="T7"/>
                </a:cxn>
                <a:cxn ang="0">
                  <a:pos x="T8" y="T9"/>
                </a:cxn>
                <a:cxn ang="0">
                  <a:pos x="T10" y="T11"/>
                </a:cxn>
              </a:cxnLst>
              <a:rect l="0" t="0" r="r" b="b"/>
              <a:pathLst>
                <a:path w="155" h="348">
                  <a:moveTo>
                    <a:pt x="106" y="0"/>
                  </a:moveTo>
                  <a:cubicBezTo>
                    <a:pt x="126" y="24"/>
                    <a:pt x="139" y="56"/>
                    <a:pt x="139" y="91"/>
                  </a:cubicBezTo>
                  <a:cubicBezTo>
                    <a:pt x="139" y="164"/>
                    <a:pt x="14" y="317"/>
                    <a:pt x="0" y="331"/>
                  </a:cubicBezTo>
                  <a:cubicBezTo>
                    <a:pt x="9" y="342"/>
                    <a:pt x="15" y="348"/>
                    <a:pt x="15" y="348"/>
                  </a:cubicBezTo>
                  <a:cubicBezTo>
                    <a:pt x="17" y="348"/>
                    <a:pt x="155" y="183"/>
                    <a:pt x="155" y="106"/>
                  </a:cubicBezTo>
                  <a:cubicBezTo>
                    <a:pt x="155" y="64"/>
                    <a:pt x="136" y="26"/>
                    <a:pt x="106" y="0"/>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19"/>
            <p:cNvSpPr/>
            <p:nvPr/>
          </p:nvSpPr>
          <p:spPr bwMode="auto">
            <a:xfrm>
              <a:off x="3491" y="1578"/>
              <a:ext cx="709" cy="976"/>
            </a:xfrm>
            <a:custGeom>
              <a:avLst/>
              <a:gdLst>
                <a:gd name="T0" fmla="*/ 231 w 264"/>
                <a:gd name="T1" fmla="*/ 33 h 364"/>
                <a:gd name="T2" fmla="*/ 140 w 264"/>
                <a:gd name="T3" fmla="*/ 0 h 364"/>
                <a:gd name="T4" fmla="*/ 0 w 264"/>
                <a:gd name="T5" fmla="*/ 139 h 364"/>
                <a:gd name="T6" fmla="*/ 125 w 264"/>
                <a:gd name="T7" fmla="*/ 364 h 364"/>
                <a:gd name="T8" fmla="*/ 264 w 264"/>
                <a:gd name="T9" fmla="*/ 124 h 364"/>
                <a:gd name="T10" fmla="*/ 231 w 264"/>
                <a:gd name="T11" fmla="*/ 33 h 364"/>
              </a:gdLst>
              <a:ahLst/>
              <a:cxnLst>
                <a:cxn ang="0">
                  <a:pos x="T0" y="T1"/>
                </a:cxn>
                <a:cxn ang="0">
                  <a:pos x="T2" y="T3"/>
                </a:cxn>
                <a:cxn ang="0">
                  <a:pos x="T4" y="T5"/>
                </a:cxn>
                <a:cxn ang="0">
                  <a:pos x="T6" y="T7"/>
                </a:cxn>
                <a:cxn ang="0">
                  <a:pos x="T8" y="T9"/>
                </a:cxn>
                <a:cxn ang="0">
                  <a:pos x="T10" y="T11"/>
                </a:cxn>
              </a:cxnLst>
              <a:rect l="0" t="0" r="r" b="b"/>
              <a:pathLst>
                <a:path w="264" h="364">
                  <a:moveTo>
                    <a:pt x="231" y="33"/>
                  </a:moveTo>
                  <a:cubicBezTo>
                    <a:pt x="206" y="12"/>
                    <a:pt x="174" y="0"/>
                    <a:pt x="140" y="0"/>
                  </a:cubicBezTo>
                  <a:cubicBezTo>
                    <a:pt x="63" y="0"/>
                    <a:pt x="0" y="62"/>
                    <a:pt x="0" y="139"/>
                  </a:cubicBezTo>
                  <a:cubicBezTo>
                    <a:pt x="0" y="201"/>
                    <a:pt x="90" y="320"/>
                    <a:pt x="125" y="364"/>
                  </a:cubicBezTo>
                  <a:cubicBezTo>
                    <a:pt x="139" y="350"/>
                    <a:pt x="264" y="197"/>
                    <a:pt x="264" y="124"/>
                  </a:cubicBezTo>
                  <a:cubicBezTo>
                    <a:pt x="264" y="89"/>
                    <a:pt x="251" y="57"/>
                    <a:pt x="231" y="33"/>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20"/>
            <p:cNvSpPr/>
            <p:nvPr/>
          </p:nvSpPr>
          <p:spPr bwMode="auto">
            <a:xfrm>
              <a:off x="3526" y="1524"/>
              <a:ext cx="674" cy="542"/>
            </a:xfrm>
            <a:custGeom>
              <a:avLst/>
              <a:gdLst>
                <a:gd name="T0" fmla="*/ 0 w 251"/>
                <a:gd name="T1" fmla="*/ 54 h 202"/>
                <a:gd name="T2" fmla="*/ 111 w 251"/>
                <a:gd name="T3" fmla="*/ 0 h 202"/>
                <a:gd name="T4" fmla="*/ 251 w 251"/>
                <a:gd name="T5" fmla="*/ 140 h 202"/>
                <a:gd name="T6" fmla="*/ 233 w 251"/>
                <a:gd name="T7" fmla="*/ 202 h 202"/>
              </a:gdLst>
              <a:ahLst/>
              <a:cxnLst>
                <a:cxn ang="0">
                  <a:pos x="T0" y="T1"/>
                </a:cxn>
                <a:cxn ang="0">
                  <a:pos x="T2" y="T3"/>
                </a:cxn>
                <a:cxn ang="0">
                  <a:pos x="T4" y="T5"/>
                </a:cxn>
                <a:cxn ang="0">
                  <a:pos x="T6" y="T7"/>
                </a:cxn>
              </a:cxnLst>
              <a:rect l="0" t="0" r="r" b="b"/>
              <a:pathLst>
                <a:path w="251" h="202">
                  <a:moveTo>
                    <a:pt x="0" y="54"/>
                  </a:moveTo>
                  <a:cubicBezTo>
                    <a:pt x="26" y="21"/>
                    <a:pt x="66" y="0"/>
                    <a:pt x="111" y="0"/>
                  </a:cubicBezTo>
                  <a:cubicBezTo>
                    <a:pt x="188" y="0"/>
                    <a:pt x="251" y="62"/>
                    <a:pt x="251" y="140"/>
                  </a:cubicBezTo>
                  <a:cubicBezTo>
                    <a:pt x="251" y="157"/>
                    <a:pt x="244" y="179"/>
                    <a:pt x="233" y="202"/>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0" name="Freeform 21"/>
            <p:cNvSpPr/>
            <p:nvPr/>
          </p:nvSpPr>
          <p:spPr bwMode="auto">
            <a:xfrm>
              <a:off x="3472" y="1717"/>
              <a:ext cx="25" cy="51"/>
            </a:xfrm>
            <a:custGeom>
              <a:avLst/>
              <a:gdLst>
                <a:gd name="T0" fmla="*/ 0 w 9"/>
                <a:gd name="T1" fmla="*/ 19 h 19"/>
                <a:gd name="T2" fmla="*/ 9 w 9"/>
                <a:gd name="T3" fmla="*/ 0 h 19"/>
              </a:gdLst>
              <a:ahLst/>
              <a:cxnLst>
                <a:cxn ang="0">
                  <a:pos x="T0" y="T1"/>
                </a:cxn>
                <a:cxn ang="0">
                  <a:pos x="T2" y="T3"/>
                </a:cxn>
              </a:cxnLst>
              <a:rect l="0" t="0" r="r" b="b"/>
              <a:pathLst>
                <a:path w="9" h="19">
                  <a:moveTo>
                    <a:pt x="0" y="19"/>
                  </a:moveTo>
                  <a:cubicBezTo>
                    <a:pt x="2" y="13"/>
                    <a:pt x="5" y="6"/>
                    <a:pt x="9" y="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1" name="Freeform 22"/>
            <p:cNvSpPr/>
            <p:nvPr/>
          </p:nvSpPr>
          <p:spPr bwMode="auto">
            <a:xfrm>
              <a:off x="3448" y="1859"/>
              <a:ext cx="550" cy="690"/>
            </a:xfrm>
            <a:custGeom>
              <a:avLst/>
              <a:gdLst>
                <a:gd name="T0" fmla="*/ 205 w 205"/>
                <a:gd name="T1" fmla="*/ 174 h 257"/>
                <a:gd name="T2" fmla="*/ 140 w 205"/>
                <a:gd name="T3" fmla="*/ 257 h 257"/>
                <a:gd name="T4" fmla="*/ 0 w 205"/>
                <a:gd name="T5" fmla="*/ 15 h 257"/>
                <a:gd name="T6" fmla="*/ 1 w 205"/>
                <a:gd name="T7" fmla="*/ 0 h 257"/>
              </a:gdLst>
              <a:ahLst/>
              <a:cxnLst>
                <a:cxn ang="0">
                  <a:pos x="T0" y="T1"/>
                </a:cxn>
                <a:cxn ang="0">
                  <a:pos x="T2" y="T3"/>
                </a:cxn>
                <a:cxn ang="0">
                  <a:pos x="T4" y="T5"/>
                </a:cxn>
                <a:cxn ang="0">
                  <a:pos x="T6" y="T7"/>
                </a:cxn>
              </a:cxnLst>
              <a:rect l="0" t="0" r="r" b="b"/>
              <a:pathLst>
                <a:path w="205" h="257">
                  <a:moveTo>
                    <a:pt x="205" y="174"/>
                  </a:moveTo>
                  <a:cubicBezTo>
                    <a:pt x="172" y="220"/>
                    <a:pt x="141" y="257"/>
                    <a:pt x="140" y="257"/>
                  </a:cubicBezTo>
                  <a:cubicBezTo>
                    <a:pt x="138" y="257"/>
                    <a:pt x="0" y="92"/>
                    <a:pt x="0" y="15"/>
                  </a:cubicBezTo>
                  <a:cubicBezTo>
                    <a:pt x="0" y="10"/>
                    <a:pt x="1" y="5"/>
                    <a:pt x="1" y="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2" name="Freeform 23"/>
            <p:cNvSpPr/>
            <p:nvPr/>
          </p:nvSpPr>
          <p:spPr bwMode="auto">
            <a:xfrm>
              <a:off x="4036" y="2189"/>
              <a:ext cx="51" cy="81"/>
            </a:xfrm>
            <a:custGeom>
              <a:avLst/>
              <a:gdLst>
                <a:gd name="T0" fmla="*/ 19 w 19"/>
                <a:gd name="T1" fmla="*/ 0 h 30"/>
                <a:gd name="T2" fmla="*/ 0 w 19"/>
                <a:gd name="T3" fmla="*/ 30 h 30"/>
              </a:gdLst>
              <a:ahLst/>
              <a:cxnLst>
                <a:cxn ang="0">
                  <a:pos x="T0" y="T1"/>
                </a:cxn>
                <a:cxn ang="0">
                  <a:pos x="T2" y="T3"/>
                </a:cxn>
              </a:cxnLst>
              <a:rect l="0" t="0" r="r" b="b"/>
              <a:pathLst>
                <a:path w="19" h="30">
                  <a:moveTo>
                    <a:pt x="19" y="0"/>
                  </a:moveTo>
                  <a:cubicBezTo>
                    <a:pt x="13" y="10"/>
                    <a:pt x="6" y="20"/>
                    <a:pt x="0" y="30"/>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3" name="Oval 24"/>
            <p:cNvSpPr>
              <a:spLocks noChangeArrowheads="1"/>
            </p:cNvSpPr>
            <p:nvPr/>
          </p:nvSpPr>
          <p:spPr bwMode="auto">
            <a:xfrm>
              <a:off x="3692" y="1755"/>
              <a:ext cx="263" cy="26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25"/>
            <p:cNvSpPr/>
            <p:nvPr/>
          </p:nvSpPr>
          <p:spPr bwMode="auto">
            <a:xfrm>
              <a:off x="3692" y="1755"/>
              <a:ext cx="263" cy="265"/>
            </a:xfrm>
            <a:custGeom>
              <a:avLst/>
              <a:gdLst>
                <a:gd name="T0" fmla="*/ 2 w 98"/>
                <a:gd name="T1" fmla="*/ 65 h 99"/>
                <a:gd name="T2" fmla="*/ 0 w 98"/>
                <a:gd name="T3" fmla="*/ 50 h 99"/>
                <a:gd name="T4" fmla="*/ 49 w 98"/>
                <a:gd name="T5" fmla="*/ 0 h 99"/>
                <a:gd name="T6" fmla="*/ 98 w 98"/>
                <a:gd name="T7" fmla="*/ 50 h 99"/>
                <a:gd name="T8" fmla="*/ 49 w 98"/>
                <a:gd name="T9" fmla="*/ 99 h 99"/>
                <a:gd name="T10" fmla="*/ 19 w 98"/>
                <a:gd name="T11" fmla="*/ 89 h 99"/>
              </a:gdLst>
              <a:ahLst/>
              <a:cxnLst>
                <a:cxn ang="0">
                  <a:pos x="T0" y="T1"/>
                </a:cxn>
                <a:cxn ang="0">
                  <a:pos x="T2" y="T3"/>
                </a:cxn>
                <a:cxn ang="0">
                  <a:pos x="T4" y="T5"/>
                </a:cxn>
                <a:cxn ang="0">
                  <a:pos x="T6" y="T7"/>
                </a:cxn>
                <a:cxn ang="0">
                  <a:pos x="T8" y="T9"/>
                </a:cxn>
                <a:cxn ang="0">
                  <a:pos x="T10" y="T11"/>
                </a:cxn>
              </a:cxnLst>
              <a:rect l="0" t="0" r="r" b="b"/>
              <a:pathLst>
                <a:path w="98" h="99">
                  <a:moveTo>
                    <a:pt x="2" y="65"/>
                  </a:moveTo>
                  <a:cubicBezTo>
                    <a:pt x="1" y="60"/>
                    <a:pt x="0" y="55"/>
                    <a:pt x="0" y="50"/>
                  </a:cubicBezTo>
                  <a:cubicBezTo>
                    <a:pt x="0" y="22"/>
                    <a:pt x="22" y="0"/>
                    <a:pt x="49" y="0"/>
                  </a:cubicBezTo>
                  <a:cubicBezTo>
                    <a:pt x="76" y="0"/>
                    <a:pt x="98" y="22"/>
                    <a:pt x="98" y="50"/>
                  </a:cubicBezTo>
                  <a:cubicBezTo>
                    <a:pt x="98" y="77"/>
                    <a:pt x="76" y="99"/>
                    <a:pt x="49" y="99"/>
                  </a:cubicBezTo>
                  <a:cubicBezTo>
                    <a:pt x="38" y="99"/>
                    <a:pt x="28" y="95"/>
                    <a:pt x="19" y="89"/>
                  </a:cubicBezTo>
                </a:path>
              </a:pathLst>
            </a:custGeom>
            <a:noFill/>
            <a:ln w="50800"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grpSp>
        <p:nvGrpSpPr>
          <p:cNvPr id="176" name="组合 175"/>
          <p:cNvGrpSpPr/>
          <p:nvPr/>
        </p:nvGrpSpPr>
        <p:grpSpPr>
          <a:xfrm>
            <a:off x="6150510" y="2198452"/>
            <a:ext cx="1998814" cy="445827"/>
            <a:chOff x="1934009" y="2915554"/>
            <a:chExt cx="1998814" cy="445827"/>
          </a:xfrm>
        </p:grpSpPr>
        <p:sp>
          <p:nvSpPr>
            <p:cNvPr id="178" name="文本框 177"/>
            <p:cNvSpPr txBox="1"/>
            <p:nvPr/>
          </p:nvSpPr>
          <p:spPr>
            <a:xfrm>
              <a:off x="1934009" y="2915554"/>
              <a:ext cx="1998814" cy="39878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rPr>
                <a:t>项目介绍</a:t>
              </a:r>
              <a:endParaRPr lang="zh-CN" altLang="en-US" sz="2000" dirty="0">
                <a:solidFill>
                  <a:schemeClr val="tx1">
                    <a:lumMod val="65000"/>
                    <a:lumOff val="35000"/>
                  </a:schemeClr>
                </a:solidFill>
              </a:endParaRPr>
            </a:p>
          </p:txBody>
        </p:sp>
        <p:cxnSp>
          <p:nvCxnSpPr>
            <p:cNvPr id="179" name="直接连接符 178"/>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81" name="组合 180"/>
          <p:cNvGrpSpPr/>
          <p:nvPr/>
        </p:nvGrpSpPr>
        <p:grpSpPr>
          <a:xfrm>
            <a:off x="8875881" y="2215473"/>
            <a:ext cx="2288932" cy="428806"/>
            <a:chOff x="1646497" y="2932575"/>
            <a:chExt cx="2288932" cy="428806"/>
          </a:xfrm>
        </p:grpSpPr>
        <p:sp>
          <p:nvSpPr>
            <p:cNvPr id="183" name="文本框 182"/>
            <p:cNvSpPr txBox="1"/>
            <p:nvPr/>
          </p:nvSpPr>
          <p:spPr>
            <a:xfrm>
              <a:off x="1646497" y="2932575"/>
              <a:ext cx="2288932"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2000" dirty="0">
                  <a:solidFill>
                    <a:schemeClr val="tx1">
                      <a:lumMod val="65000"/>
                      <a:lumOff val="35000"/>
                    </a:schemeClr>
                  </a:solidFill>
                </a:rPr>
                <a:t>UML</a:t>
              </a:r>
              <a:r>
                <a:rPr lang="zh-CN" altLang="en-US" sz="2000" dirty="0">
                  <a:solidFill>
                    <a:schemeClr val="tx1">
                      <a:lumMod val="65000"/>
                      <a:lumOff val="35000"/>
                    </a:schemeClr>
                  </a:solidFill>
                </a:rPr>
                <a:t>图及相关文档</a:t>
              </a:r>
              <a:endParaRPr lang="zh-CN" altLang="en-US" sz="2000" dirty="0">
                <a:solidFill>
                  <a:schemeClr val="tx1">
                    <a:lumMod val="65000"/>
                    <a:lumOff val="35000"/>
                  </a:schemeClr>
                </a:solidFill>
              </a:endParaRPr>
            </a:p>
          </p:txBody>
        </p:sp>
        <p:cxnSp>
          <p:nvCxnSpPr>
            <p:cNvPr id="184" name="直接连接符 183"/>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86" name="组合 185"/>
          <p:cNvGrpSpPr/>
          <p:nvPr/>
        </p:nvGrpSpPr>
        <p:grpSpPr>
          <a:xfrm>
            <a:off x="6091098" y="4154869"/>
            <a:ext cx="1998814" cy="472680"/>
            <a:chOff x="1970545" y="2888701"/>
            <a:chExt cx="1998814" cy="472680"/>
          </a:xfrm>
        </p:grpSpPr>
        <p:sp>
          <p:nvSpPr>
            <p:cNvPr id="188" name="文本框 187"/>
            <p:cNvSpPr txBox="1"/>
            <p:nvPr/>
          </p:nvSpPr>
          <p:spPr>
            <a:xfrm>
              <a:off x="1970545" y="2888701"/>
              <a:ext cx="1998814" cy="39878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sym typeface="+mn-ea"/>
                </a:rPr>
                <a:t>界面展示及运行</a:t>
              </a:r>
              <a:endParaRPr lang="zh-CN" altLang="en-US" sz="2000" dirty="0">
                <a:solidFill>
                  <a:schemeClr val="tx1">
                    <a:lumMod val="65000"/>
                    <a:lumOff val="35000"/>
                  </a:schemeClr>
                </a:solidFill>
              </a:endParaRPr>
            </a:p>
          </p:txBody>
        </p:sp>
        <p:cxnSp>
          <p:nvCxnSpPr>
            <p:cNvPr id="189" name="直接连接符 188"/>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91" name="组合 190"/>
          <p:cNvGrpSpPr/>
          <p:nvPr/>
        </p:nvGrpSpPr>
        <p:grpSpPr>
          <a:xfrm>
            <a:off x="9405338" y="4154869"/>
            <a:ext cx="1581317" cy="472680"/>
            <a:chOff x="2188772" y="2888701"/>
            <a:chExt cx="1581317" cy="472680"/>
          </a:xfrm>
        </p:grpSpPr>
        <p:sp>
          <p:nvSpPr>
            <p:cNvPr id="193" name="文本框 192"/>
            <p:cNvSpPr txBox="1"/>
            <p:nvPr/>
          </p:nvSpPr>
          <p:spPr>
            <a:xfrm>
              <a:off x="2188772" y="2888701"/>
              <a:ext cx="1581317"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rPr>
                <a:t>总结与规划</a:t>
              </a:r>
              <a:endParaRPr lang="zh-CN" altLang="en-US" sz="2000" dirty="0">
                <a:solidFill>
                  <a:schemeClr val="tx1">
                    <a:lumMod val="65000"/>
                    <a:lumOff val="35000"/>
                  </a:schemeClr>
                </a:solidFill>
              </a:endParaRPr>
            </a:p>
          </p:txBody>
        </p:sp>
        <p:cxnSp>
          <p:nvCxnSpPr>
            <p:cNvPr id="194" name="直接连接符 193"/>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25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1500" fill="hold"/>
                                        <p:tgtEl>
                                          <p:spTgt spid="134"/>
                                        </p:tgtEl>
                                        <p:attrNameLst>
                                          <p:attrName>ppt_x</p:attrName>
                                        </p:attrNameLst>
                                      </p:cBhvr>
                                      <p:tavLst>
                                        <p:tav tm="0">
                                          <p:val>
                                            <p:strVal val="1+#ppt_w/2"/>
                                          </p:val>
                                        </p:tav>
                                        <p:tav tm="100000">
                                          <p:val>
                                            <p:strVal val="#ppt_x"/>
                                          </p:val>
                                        </p:tav>
                                      </p:tavLst>
                                    </p:anim>
                                    <p:anim calcmode="lin" valueType="num">
                                      <p:cBhvr additive="base">
                                        <p:cTn id="8" dur="1500" fill="hold"/>
                                        <p:tgtEl>
                                          <p:spTgt spid="134"/>
                                        </p:tgtEl>
                                        <p:attrNameLst>
                                          <p:attrName>ppt_y</p:attrName>
                                        </p:attrNameLst>
                                      </p:cBhvr>
                                      <p:tavLst>
                                        <p:tav tm="0">
                                          <p:val>
                                            <p:strVal val="#ppt_y"/>
                                          </p:val>
                                        </p:tav>
                                        <p:tav tm="100000">
                                          <p:val>
                                            <p:strVal val="#ppt_y"/>
                                          </p:val>
                                        </p:tav>
                                      </p:tavLst>
                                    </p:anim>
                                  </p:childTnLst>
                                </p:cTn>
                              </p:par>
                              <p:par>
                                <p:cTn id="9" presetID="2" presetClass="entr" presetSubtype="2" decel="100000" fill="hold" nodeType="withEffect">
                                  <p:stCondLst>
                                    <p:cond delay="250"/>
                                  </p:stCondLst>
                                  <p:childTnLst>
                                    <p:set>
                                      <p:cBhvr>
                                        <p:cTn id="10" dur="1" fill="hold">
                                          <p:stCondLst>
                                            <p:cond delay="0"/>
                                          </p:stCondLst>
                                        </p:cTn>
                                        <p:tgtEl>
                                          <p:spTgt spid="145"/>
                                        </p:tgtEl>
                                        <p:attrNameLst>
                                          <p:attrName>style.visibility</p:attrName>
                                        </p:attrNameLst>
                                      </p:cBhvr>
                                      <p:to>
                                        <p:strVal val="visible"/>
                                      </p:to>
                                    </p:set>
                                    <p:anim calcmode="lin" valueType="num">
                                      <p:cBhvr additive="base">
                                        <p:cTn id="11" dur="1500" fill="hold"/>
                                        <p:tgtEl>
                                          <p:spTgt spid="145"/>
                                        </p:tgtEl>
                                        <p:attrNameLst>
                                          <p:attrName>ppt_x</p:attrName>
                                        </p:attrNameLst>
                                      </p:cBhvr>
                                      <p:tavLst>
                                        <p:tav tm="0">
                                          <p:val>
                                            <p:strVal val="1+#ppt_w/2"/>
                                          </p:val>
                                        </p:tav>
                                        <p:tav tm="100000">
                                          <p:val>
                                            <p:strVal val="#ppt_x"/>
                                          </p:val>
                                        </p:tav>
                                      </p:tavLst>
                                    </p:anim>
                                    <p:anim calcmode="lin" valueType="num">
                                      <p:cBhvr additive="base">
                                        <p:cTn id="12" dur="1500" fill="hold"/>
                                        <p:tgtEl>
                                          <p:spTgt spid="145"/>
                                        </p:tgtEl>
                                        <p:attrNameLst>
                                          <p:attrName>ppt_y</p:attrName>
                                        </p:attrNameLst>
                                      </p:cBhvr>
                                      <p:tavLst>
                                        <p:tav tm="0">
                                          <p:val>
                                            <p:strVal val="#ppt_y"/>
                                          </p:val>
                                        </p:tav>
                                        <p:tav tm="100000">
                                          <p:val>
                                            <p:strVal val="#ppt_y"/>
                                          </p:val>
                                        </p:tav>
                                      </p:tavLst>
                                    </p:anim>
                                  </p:childTnLst>
                                </p:cTn>
                              </p:par>
                              <p:par>
                                <p:cTn id="13" presetID="2" presetClass="entr" presetSubtype="2" decel="100000" fill="hold" nodeType="withEffect">
                                  <p:stCondLst>
                                    <p:cond delay="250"/>
                                  </p:stCondLst>
                                  <p:childTnLst>
                                    <p:set>
                                      <p:cBhvr>
                                        <p:cTn id="14" dur="1" fill="hold">
                                          <p:stCondLst>
                                            <p:cond delay="0"/>
                                          </p:stCondLst>
                                        </p:cTn>
                                        <p:tgtEl>
                                          <p:spTgt spid="153"/>
                                        </p:tgtEl>
                                        <p:attrNameLst>
                                          <p:attrName>style.visibility</p:attrName>
                                        </p:attrNameLst>
                                      </p:cBhvr>
                                      <p:to>
                                        <p:strVal val="visible"/>
                                      </p:to>
                                    </p:set>
                                    <p:anim calcmode="lin" valueType="num">
                                      <p:cBhvr additive="base">
                                        <p:cTn id="15" dur="1500" fill="hold"/>
                                        <p:tgtEl>
                                          <p:spTgt spid="153"/>
                                        </p:tgtEl>
                                        <p:attrNameLst>
                                          <p:attrName>ppt_x</p:attrName>
                                        </p:attrNameLst>
                                      </p:cBhvr>
                                      <p:tavLst>
                                        <p:tav tm="0">
                                          <p:val>
                                            <p:strVal val="1+#ppt_w/2"/>
                                          </p:val>
                                        </p:tav>
                                        <p:tav tm="100000">
                                          <p:val>
                                            <p:strVal val="#ppt_x"/>
                                          </p:val>
                                        </p:tav>
                                      </p:tavLst>
                                    </p:anim>
                                    <p:anim calcmode="lin" valueType="num">
                                      <p:cBhvr additive="base">
                                        <p:cTn id="16" dur="1500" fill="hold"/>
                                        <p:tgtEl>
                                          <p:spTgt spid="153"/>
                                        </p:tgtEl>
                                        <p:attrNameLst>
                                          <p:attrName>ppt_y</p:attrName>
                                        </p:attrNameLst>
                                      </p:cBhvr>
                                      <p:tavLst>
                                        <p:tav tm="0">
                                          <p:val>
                                            <p:strVal val="#ppt_y"/>
                                          </p:val>
                                        </p:tav>
                                        <p:tav tm="100000">
                                          <p:val>
                                            <p:strVal val="#ppt_y"/>
                                          </p:val>
                                        </p:tav>
                                      </p:tavLst>
                                    </p:anim>
                                  </p:childTnLst>
                                </p:cTn>
                              </p:par>
                              <p:par>
                                <p:cTn id="17" presetID="2" presetClass="entr" presetSubtype="2" decel="100000" fill="hold" nodeType="withEffect">
                                  <p:stCondLst>
                                    <p:cond delay="250"/>
                                  </p:stCondLst>
                                  <p:childTnLst>
                                    <p:set>
                                      <p:cBhvr>
                                        <p:cTn id="18" dur="1" fill="hold">
                                          <p:stCondLst>
                                            <p:cond delay="0"/>
                                          </p:stCondLst>
                                        </p:cTn>
                                        <p:tgtEl>
                                          <p:spTgt spid="162"/>
                                        </p:tgtEl>
                                        <p:attrNameLst>
                                          <p:attrName>style.visibility</p:attrName>
                                        </p:attrNameLst>
                                      </p:cBhvr>
                                      <p:to>
                                        <p:strVal val="visible"/>
                                      </p:to>
                                    </p:set>
                                    <p:anim calcmode="lin" valueType="num">
                                      <p:cBhvr additive="base">
                                        <p:cTn id="19" dur="1500" fill="hold"/>
                                        <p:tgtEl>
                                          <p:spTgt spid="162"/>
                                        </p:tgtEl>
                                        <p:attrNameLst>
                                          <p:attrName>ppt_x</p:attrName>
                                        </p:attrNameLst>
                                      </p:cBhvr>
                                      <p:tavLst>
                                        <p:tav tm="0">
                                          <p:val>
                                            <p:strVal val="1+#ppt_w/2"/>
                                          </p:val>
                                        </p:tav>
                                        <p:tav tm="100000">
                                          <p:val>
                                            <p:strVal val="#ppt_x"/>
                                          </p:val>
                                        </p:tav>
                                      </p:tavLst>
                                    </p:anim>
                                    <p:anim calcmode="lin" valueType="num">
                                      <p:cBhvr additive="base">
                                        <p:cTn id="20" dur="1500" fill="hold"/>
                                        <p:tgtEl>
                                          <p:spTgt spid="1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A_库_图片 12"/>
          <p:cNvPicPr>
            <a:picLocks noChangeAspect="1"/>
          </p:cNvPicPr>
          <p:nvPr>
            <p:custDataLst>
              <p:tags r:id="rId1"/>
            </p:custDataLst>
          </p:nvPr>
        </p:nvPicPr>
        <p:blipFill>
          <a:blip r:embed="rId2" cstate="screen"/>
          <a:stretch>
            <a:fillRect/>
          </a:stretch>
        </p:blipFill>
        <p:spPr>
          <a:xfrm>
            <a:off x="3951159" y="86372"/>
            <a:ext cx="4820653" cy="4820653"/>
          </a:xfrm>
          <a:prstGeom prst="rect">
            <a:avLst/>
          </a:prstGeom>
        </p:spPr>
      </p:pic>
      <p:sp>
        <p:nvSpPr>
          <p:cNvPr id="62" name="PA_库_文本框 61"/>
          <p:cNvSpPr txBox="1"/>
          <p:nvPr>
            <p:custDataLst>
              <p:tags r:id="rId3"/>
            </p:custDataLst>
          </p:nvPr>
        </p:nvSpPr>
        <p:spPr>
          <a:xfrm>
            <a:off x="4222788" y="4322250"/>
            <a:ext cx="3746425" cy="58356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3200" dirty="0">
                <a:solidFill>
                  <a:schemeClr val="tx1">
                    <a:lumMod val="65000"/>
                    <a:lumOff val="35000"/>
                  </a:schemeClr>
                </a:solidFill>
              </a:rPr>
              <a:t>项目介绍</a:t>
            </a:r>
            <a:endParaRPr lang="zh-CN" altLang="en-US" sz="3200" dirty="0">
              <a:solidFill>
                <a:schemeClr val="tx1">
                  <a:lumMod val="65000"/>
                  <a:lumOff val="35000"/>
                </a:schemeClr>
              </a:solidFill>
            </a:endParaRPr>
          </a:p>
        </p:txBody>
      </p:sp>
      <p:grpSp>
        <p:nvGrpSpPr>
          <p:cNvPr id="69" name="PA_库_组合 68"/>
          <p:cNvGrpSpPr/>
          <p:nvPr>
            <p:custDataLst>
              <p:tags r:id="rId4"/>
            </p:custDataLst>
          </p:nvPr>
        </p:nvGrpSpPr>
        <p:grpSpPr>
          <a:xfrm flipV="1">
            <a:off x="5066450" y="5044169"/>
            <a:ext cx="2059101" cy="45719"/>
            <a:chOff x="3942207" y="4876800"/>
            <a:chExt cx="3384217" cy="275771"/>
          </a:xfrm>
        </p:grpSpPr>
        <p:sp>
          <p:nvSpPr>
            <p:cNvPr id="70" name="矩形 69"/>
            <p:cNvSpPr/>
            <p:nvPr/>
          </p:nvSpPr>
          <p:spPr>
            <a:xfrm>
              <a:off x="3942207" y="4876800"/>
              <a:ext cx="766195"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814881" y="4876800"/>
              <a:ext cx="766195" cy="2757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687555" y="4876800"/>
              <a:ext cx="766195" cy="275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6560229" y="4876800"/>
              <a:ext cx="766195" cy="2757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p:cNvSpPr txBox="1"/>
          <p:nvPr/>
        </p:nvSpPr>
        <p:spPr>
          <a:xfrm>
            <a:off x="5444986" y="2334318"/>
            <a:ext cx="1447472" cy="1200329"/>
          </a:xfrm>
          <a:prstGeom prst="rect">
            <a:avLst/>
          </a:prstGeom>
          <a:noFill/>
        </p:spPr>
        <p:txBody>
          <a:bodyPr wrap="square" rtlCol="0">
            <a:spAutoFit/>
          </a:bodyPr>
          <a:lstStyle/>
          <a:p>
            <a:pPr algn="dist"/>
            <a:r>
              <a:rPr lang="en-US" altLang="zh-CN" sz="7200" dirty="0">
                <a:solidFill>
                  <a:schemeClr val="bg1"/>
                </a:solidFill>
                <a:latin typeface="华文细黑" panose="02010600040101010101" pitchFamily="2" charset="-122"/>
                <a:ea typeface="华文细黑" panose="02010600040101010101" pitchFamily="2" charset="-122"/>
              </a:rPr>
              <a:t>01</a:t>
            </a:r>
            <a:endParaRPr lang="zh-CN" altLang="en-US" sz="7200"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1000"/>
                                        <p:tgtEl>
                                          <p:spTgt spid="62"/>
                                        </p:tgtEl>
                                      </p:cBhvr>
                                    </p:animEffect>
                                  </p:childTnLst>
                                </p:cTn>
                              </p:par>
                              <p:par>
                                <p:cTn id="8" presetID="22" presetClass="entr" presetSubtype="8" fill="hold"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1000"/>
                                        <p:tgtEl>
                                          <p:spTgt spid="69"/>
                                        </p:tgtEl>
                                      </p:cBhvr>
                                    </p:animEffect>
                                  </p:childTnLst>
                                </p:cTn>
                              </p:par>
                              <p:par>
                                <p:cTn id="11" presetID="2" presetClass="entr" presetSubtype="1" decel="100000" fill="hold" nodeType="withEffect">
                                  <p:stCondLst>
                                    <p:cond delay="25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500" fill="hold"/>
                                        <p:tgtEl>
                                          <p:spTgt spid="13"/>
                                        </p:tgtEl>
                                        <p:attrNameLst>
                                          <p:attrName>ppt_x</p:attrName>
                                        </p:attrNameLst>
                                      </p:cBhvr>
                                      <p:tavLst>
                                        <p:tav tm="0">
                                          <p:val>
                                            <p:strVal val="#ppt_x"/>
                                          </p:val>
                                        </p:tav>
                                        <p:tav tm="100000">
                                          <p:val>
                                            <p:strVal val="#ppt_x"/>
                                          </p:val>
                                        </p:tav>
                                      </p:tavLst>
                                    </p:anim>
                                    <p:anim calcmode="lin" valueType="num">
                                      <p:cBhvr additive="base">
                                        <p:cTn id="14" dur="1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9314" y="471751"/>
            <a:ext cx="3553372" cy="46166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项目简述</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9" name="PA_库_组合 78"/>
          <p:cNvGrpSpPr/>
          <p:nvPr>
            <p:custDataLst>
              <p:tags r:id="rId1"/>
            </p:custDataLst>
          </p:nvPr>
        </p:nvGrpSpPr>
        <p:grpSpPr>
          <a:xfrm>
            <a:off x="1155280" y="2267564"/>
            <a:ext cx="869947" cy="812318"/>
            <a:chOff x="6546853" y="1310911"/>
            <a:chExt cx="939797" cy="877541"/>
          </a:xfrm>
        </p:grpSpPr>
        <p:grpSp>
          <p:nvGrpSpPr>
            <p:cNvPr id="80" name="组合 79"/>
            <p:cNvGrpSpPr/>
            <p:nvPr/>
          </p:nvGrpSpPr>
          <p:grpSpPr>
            <a:xfrm>
              <a:off x="6546853" y="1310911"/>
              <a:ext cx="939797" cy="877541"/>
              <a:chOff x="6546853" y="1989140"/>
              <a:chExt cx="2046442" cy="1910878"/>
            </a:xfrm>
          </p:grpSpPr>
          <p:sp>
            <p:nvSpPr>
              <p:cNvPr id="82" name="矩形: 圆角 81"/>
              <p:cNvSpPr/>
              <p:nvPr/>
            </p:nvSpPr>
            <p:spPr>
              <a:xfrm>
                <a:off x="6686756" y="2086134"/>
                <a:ext cx="1906539" cy="181388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83" name="组合 82"/>
              <p:cNvGrpSpPr/>
              <p:nvPr/>
            </p:nvGrpSpPr>
            <p:grpSpPr>
              <a:xfrm>
                <a:off x="6546853" y="1989140"/>
                <a:ext cx="1884364" cy="1785939"/>
                <a:chOff x="6546853" y="1989140"/>
                <a:chExt cx="1884364" cy="1785939"/>
              </a:xfrm>
            </p:grpSpPr>
            <p:sp>
              <p:nvSpPr>
                <p:cNvPr id="84"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5"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6"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87"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88"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81" name="文本框 80"/>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01</a:t>
              </a:r>
              <a:endParaRPr lang="zh-CN" altLang="en-US" sz="2400">
                <a:solidFill>
                  <a:schemeClr val="bg1"/>
                </a:solidFill>
                <a:latin typeface="华文细黑" panose="02010600040101010101" pitchFamily="2" charset="-122"/>
                <a:ea typeface="华文细黑" panose="02010600040101010101" pitchFamily="2" charset="-122"/>
              </a:endParaRPr>
            </a:p>
          </p:txBody>
        </p:sp>
      </p:grpSp>
      <p:grpSp>
        <p:nvGrpSpPr>
          <p:cNvPr id="89" name="PA_库_组合 88"/>
          <p:cNvGrpSpPr/>
          <p:nvPr>
            <p:custDataLst>
              <p:tags r:id="rId2"/>
            </p:custDataLst>
          </p:nvPr>
        </p:nvGrpSpPr>
        <p:grpSpPr>
          <a:xfrm>
            <a:off x="1155280" y="3288088"/>
            <a:ext cx="869947" cy="812318"/>
            <a:chOff x="6546853" y="1310911"/>
            <a:chExt cx="939797" cy="877541"/>
          </a:xfrm>
        </p:grpSpPr>
        <p:grpSp>
          <p:nvGrpSpPr>
            <p:cNvPr id="90" name="组合 89"/>
            <p:cNvGrpSpPr/>
            <p:nvPr/>
          </p:nvGrpSpPr>
          <p:grpSpPr>
            <a:xfrm>
              <a:off x="6546853" y="1310911"/>
              <a:ext cx="939797" cy="877541"/>
              <a:chOff x="6546853" y="1989140"/>
              <a:chExt cx="2046442" cy="1910878"/>
            </a:xfrm>
          </p:grpSpPr>
          <p:sp>
            <p:nvSpPr>
              <p:cNvPr id="92" name="矩形: 圆角 91"/>
              <p:cNvSpPr/>
              <p:nvPr/>
            </p:nvSpPr>
            <p:spPr>
              <a:xfrm>
                <a:off x="6686756" y="2086134"/>
                <a:ext cx="1906539" cy="18138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93" name="组合 92"/>
              <p:cNvGrpSpPr/>
              <p:nvPr/>
            </p:nvGrpSpPr>
            <p:grpSpPr>
              <a:xfrm>
                <a:off x="6546853" y="1989140"/>
                <a:ext cx="1884364" cy="1785939"/>
                <a:chOff x="6546853" y="1989140"/>
                <a:chExt cx="1884364" cy="1785939"/>
              </a:xfrm>
            </p:grpSpPr>
            <p:sp>
              <p:nvSpPr>
                <p:cNvPr id="94"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95"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6"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97"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98"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91" name="文本框 90"/>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02</a:t>
              </a:r>
              <a:endParaRPr lang="zh-CN" altLang="en-US" sz="2400">
                <a:solidFill>
                  <a:schemeClr val="bg1"/>
                </a:solidFill>
                <a:latin typeface="华文细黑" panose="02010600040101010101" pitchFamily="2" charset="-122"/>
                <a:ea typeface="华文细黑" panose="02010600040101010101" pitchFamily="2" charset="-122"/>
              </a:endParaRPr>
            </a:p>
          </p:txBody>
        </p:sp>
      </p:grpSp>
      <p:grpSp>
        <p:nvGrpSpPr>
          <p:cNvPr id="99" name="PA_库_组合 98"/>
          <p:cNvGrpSpPr/>
          <p:nvPr>
            <p:custDataLst>
              <p:tags r:id="rId3"/>
            </p:custDataLst>
          </p:nvPr>
        </p:nvGrpSpPr>
        <p:grpSpPr>
          <a:xfrm>
            <a:off x="1155280" y="4344987"/>
            <a:ext cx="869947" cy="812318"/>
            <a:chOff x="6546853" y="1310911"/>
            <a:chExt cx="939797" cy="877541"/>
          </a:xfrm>
        </p:grpSpPr>
        <p:grpSp>
          <p:nvGrpSpPr>
            <p:cNvPr id="100" name="组合 99"/>
            <p:cNvGrpSpPr/>
            <p:nvPr/>
          </p:nvGrpSpPr>
          <p:grpSpPr>
            <a:xfrm>
              <a:off x="6546853" y="1310911"/>
              <a:ext cx="939797" cy="877541"/>
              <a:chOff x="6546853" y="1989140"/>
              <a:chExt cx="2046442" cy="1910878"/>
            </a:xfrm>
          </p:grpSpPr>
          <p:sp>
            <p:nvSpPr>
              <p:cNvPr id="102" name="矩形: 圆角 101"/>
              <p:cNvSpPr/>
              <p:nvPr/>
            </p:nvSpPr>
            <p:spPr>
              <a:xfrm>
                <a:off x="6686756" y="2086134"/>
                <a:ext cx="1906539" cy="18138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103" name="组合 102"/>
              <p:cNvGrpSpPr/>
              <p:nvPr/>
            </p:nvGrpSpPr>
            <p:grpSpPr>
              <a:xfrm>
                <a:off x="6546853" y="1989140"/>
                <a:ext cx="1884364" cy="1785939"/>
                <a:chOff x="6546853" y="1989140"/>
                <a:chExt cx="1884364" cy="1785939"/>
              </a:xfrm>
            </p:grpSpPr>
            <p:sp>
              <p:nvSpPr>
                <p:cNvPr id="104"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05"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6"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07"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08"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101" name="文本框 100"/>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03</a:t>
              </a:r>
              <a:endParaRPr lang="zh-CN" altLang="en-US" sz="2400">
                <a:solidFill>
                  <a:schemeClr val="bg1"/>
                </a:solidFill>
                <a:latin typeface="华文细黑" panose="02010600040101010101" pitchFamily="2" charset="-122"/>
                <a:ea typeface="华文细黑" panose="02010600040101010101" pitchFamily="2" charset="-122"/>
              </a:endParaRPr>
            </a:p>
          </p:txBody>
        </p:sp>
      </p:grpSp>
      <p:sp>
        <p:nvSpPr>
          <p:cNvPr id="119" name="PA_库_矩形 118"/>
          <p:cNvSpPr/>
          <p:nvPr>
            <p:custDataLst>
              <p:tags r:id="rId4"/>
            </p:custDataLst>
          </p:nvPr>
        </p:nvSpPr>
        <p:spPr>
          <a:xfrm>
            <a:off x="2470414" y="2427366"/>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项目背景</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120" name="PA_库_矩形 119"/>
          <p:cNvSpPr/>
          <p:nvPr>
            <p:custDataLst>
              <p:tags r:id="rId5"/>
            </p:custDataLst>
          </p:nvPr>
        </p:nvSpPr>
        <p:spPr>
          <a:xfrm>
            <a:off x="2470414" y="3442409"/>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功能简述</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121" name="PA_库_矩形 120"/>
          <p:cNvSpPr/>
          <p:nvPr>
            <p:custDataLst>
              <p:tags r:id="rId6"/>
            </p:custDataLst>
          </p:nvPr>
        </p:nvSpPr>
        <p:spPr>
          <a:xfrm>
            <a:off x="2470414" y="4493827"/>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运行环境</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pic>
        <p:nvPicPr>
          <p:cNvPr id="123" name="图片 122"/>
          <p:cNvPicPr>
            <a:picLocks noChangeAspect="1"/>
          </p:cNvPicPr>
          <p:nvPr/>
        </p:nvPicPr>
        <p:blipFill>
          <a:blip r:embed="rId7" cstate="print"/>
          <a:stretch>
            <a:fillRect/>
          </a:stretch>
        </p:blipFill>
        <p:spPr>
          <a:xfrm>
            <a:off x="6037204" y="2427366"/>
            <a:ext cx="5468170" cy="32513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250"/>
                                  </p:stCondLst>
                                  <p:childTnLst>
                                    <p:set>
                                      <p:cBhvr>
                                        <p:cTn id="6" dur="1" fill="hold">
                                          <p:stCondLst>
                                            <p:cond delay="0"/>
                                          </p:stCondLst>
                                        </p:cTn>
                                        <p:tgtEl>
                                          <p:spTgt spid="79"/>
                                        </p:tgtEl>
                                        <p:attrNameLst>
                                          <p:attrName>style.visibility</p:attrName>
                                        </p:attrNameLst>
                                      </p:cBhvr>
                                      <p:to>
                                        <p:strVal val="visible"/>
                                      </p:to>
                                    </p:set>
                                    <p:anim calcmode="lin" valueType="num">
                                      <p:cBhvr additive="base">
                                        <p:cTn id="7" dur="1500" fill="hold"/>
                                        <p:tgtEl>
                                          <p:spTgt spid="79"/>
                                        </p:tgtEl>
                                        <p:attrNameLst>
                                          <p:attrName>ppt_x</p:attrName>
                                        </p:attrNameLst>
                                      </p:cBhvr>
                                      <p:tavLst>
                                        <p:tav tm="0">
                                          <p:val>
                                            <p:strVal val="0-#ppt_w/2"/>
                                          </p:val>
                                        </p:tav>
                                        <p:tav tm="100000">
                                          <p:val>
                                            <p:strVal val="#ppt_x"/>
                                          </p:val>
                                        </p:tav>
                                      </p:tavLst>
                                    </p:anim>
                                    <p:anim calcmode="lin" valueType="num">
                                      <p:cBhvr additive="base">
                                        <p:cTn id="8" dur="1500" fill="hold"/>
                                        <p:tgtEl>
                                          <p:spTgt spid="79"/>
                                        </p:tgtEl>
                                        <p:attrNameLst>
                                          <p:attrName>ppt_y</p:attrName>
                                        </p:attrNameLst>
                                      </p:cBhvr>
                                      <p:tavLst>
                                        <p:tav tm="0">
                                          <p:val>
                                            <p:strVal val="#ppt_y"/>
                                          </p:val>
                                        </p:tav>
                                        <p:tav tm="100000">
                                          <p:val>
                                            <p:strVal val="#ppt_y"/>
                                          </p:val>
                                        </p:tav>
                                      </p:tavLst>
                                    </p:anim>
                                    <p:set>
                                      <p:cBhvr>
                                        <p:cTn id="9" dur="1" fill="hold">
                                          <p:stCondLst>
                                            <p:cond delay="0"/>
                                          </p:stCondLst>
                                        </p:cTn>
                                        <p:tgtEl>
                                          <p:spTgt spid="79"/>
                                        </p:tgtEl>
                                        <p:attrNameLst>
                                          <p:attrName>style.visibility</p:attrName>
                                        </p:attrNameLst>
                                      </p:cBhvr>
                                      <p:to>
                                        <p:strVal val="visible"/>
                                      </p:to>
                                    </p:set>
                                    <p:anim to="" calcmode="lin" valueType="num">
                                      <p:cBhvr>
                                        <p:cTn id="10" dur="1500" fill="hold">
                                          <p:stCondLst>
                                            <p:cond delay="0"/>
                                          </p:stCondLst>
                                        </p:cTn>
                                        <p:tgtEl>
                                          <p:spTgt spid="79"/>
                                        </p:tgtEl>
                                        <p:attrNameLst>
                                          <p:attrName>ppt_w</p:attrName>
                                        </p:attrNameLst>
                                      </p:cBhvr>
                                      <p:tavLst>
                                        <p:tav tm="0">
                                          <p:val>
                                            <p:fltVal val="0"/>
                                          </p:val>
                                        </p:tav>
                                        <p:tav tm="100000">
                                          <p:val>
                                            <p:strVal val="#ppt_w"/>
                                          </p:val>
                                        </p:tav>
                                      </p:tavLst>
                                    </p:anim>
                                    <p:anim to="" calcmode="lin" valueType="num">
                                      <p:cBhvr>
                                        <p:cTn id="11" dur="1500" fill="hold">
                                          <p:stCondLst>
                                            <p:cond delay="0"/>
                                          </p:stCondLst>
                                        </p:cTn>
                                        <p:tgtEl>
                                          <p:spTgt spid="79"/>
                                        </p:tgtEl>
                                        <p:attrNameLst>
                                          <p:attrName>ppt_h</p:attrName>
                                        </p:attrNameLst>
                                      </p:cBhvr>
                                      <p:tavLst>
                                        <p:tav tm="0">
                                          <p:val>
                                            <p:fltVal val="0"/>
                                          </p:val>
                                        </p:tav>
                                        <p:tav tm="100000">
                                          <p:val>
                                            <p:strVal val="#ppt_h"/>
                                          </p:val>
                                        </p:tav>
                                      </p:tavLst>
                                    </p:anim>
                                    <p:animEffect filter="fade">
                                      <p:cBhvr>
                                        <p:cTn id="12" dur="1500">
                                          <p:stCondLst>
                                            <p:cond delay="0"/>
                                          </p:stCondLst>
                                        </p:cTn>
                                        <p:tgtEl>
                                          <p:spTgt spid="79"/>
                                        </p:tgtEl>
                                      </p:cBhvr>
                                    </p:animEffect>
                                  </p:childTnLst>
                                </p:cTn>
                              </p:par>
                              <p:par>
                                <p:cTn id="13" presetID="2" presetClass="entr" presetSubtype="8" decel="100000" fill="hold" nodeType="withEffect">
                                  <p:stCondLst>
                                    <p:cond delay="250"/>
                                  </p:stCondLst>
                                  <p:childTnLst>
                                    <p:set>
                                      <p:cBhvr>
                                        <p:cTn id="14" dur="1" fill="hold">
                                          <p:stCondLst>
                                            <p:cond delay="0"/>
                                          </p:stCondLst>
                                        </p:cTn>
                                        <p:tgtEl>
                                          <p:spTgt spid="89"/>
                                        </p:tgtEl>
                                        <p:attrNameLst>
                                          <p:attrName>style.visibility</p:attrName>
                                        </p:attrNameLst>
                                      </p:cBhvr>
                                      <p:to>
                                        <p:strVal val="visible"/>
                                      </p:to>
                                    </p:set>
                                    <p:anim calcmode="lin" valueType="num">
                                      <p:cBhvr additive="base">
                                        <p:cTn id="15" dur="1500" fill="hold"/>
                                        <p:tgtEl>
                                          <p:spTgt spid="89"/>
                                        </p:tgtEl>
                                        <p:attrNameLst>
                                          <p:attrName>ppt_x</p:attrName>
                                        </p:attrNameLst>
                                      </p:cBhvr>
                                      <p:tavLst>
                                        <p:tav tm="0">
                                          <p:val>
                                            <p:strVal val="0-#ppt_w/2"/>
                                          </p:val>
                                        </p:tav>
                                        <p:tav tm="100000">
                                          <p:val>
                                            <p:strVal val="#ppt_x"/>
                                          </p:val>
                                        </p:tav>
                                      </p:tavLst>
                                    </p:anim>
                                    <p:anim calcmode="lin" valueType="num">
                                      <p:cBhvr additive="base">
                                        <p:cTn id="16" dur="1500" fill="hold"/>
                                        <p:tgtEl>
                                          <p:spTgt spid="89"/>
                                        </p:tgtEl>
                                        <p:attrNameLst>
                                          <p:attrName>ppt_y</p:attrName>
                                        </p:attrNameLst>
                                      </p:cBhvr>
                                      <p:tavLst>
                                        <p:tav tm="0">
                                          <p:val>
                                            <p:strVal val="#ppt_y"/>
                                          </p:val>
                                        </p:tav>
                                        <p:tav tm="100000">
                                          <p:val>
                                            <p:strVal val="#ppt_y"/>
                                          </p:val>
                                        </p:tav>
                                      </p:tavLst>
                                    </p:anim>
                                    <p:set>
                                      <p:cBhvr>
                                        <p:cTn id="17" dur="1" fill="hold">
                                          <p:stCondLst>
                                            <p:cond delay="0"/>
                                          </p:stCondLst>
                                        </p:cTn>
                                        <p:tgtEl>
                                          <p:spTgt spid="89"/>
                                        </p:tgtEl>
                                        <p:attrNameLst>
                                          <p:attrName>style.visibility</p:attrName>
                                        </p:attrNameLst>
                                      </p:cBhvr>
                                      <p:to>
                                        <p:strVal val="visible"/>
                                      </p:to>
                                    </p:set>
                                    <p:anim to="" calcmode="lin" valueType="num">
                                      <p:cBhvr>
                                        <p:cTn id="18" dur="1500" fill="hold">
                                          <p:stCondLst>
                                            <p:cond delay="0"/>
                                          </p:stCondLst>
                                        </p:cTn>
                                        <p:tgtEl>
                                          <p:spTgt spid="89"/>
                                        </p:tgtEl>
                                        <p:attrNameLst>
                                          <p:attrName>ppt_w</p:attrName>
                                        </p:attrNameLst>
                                      </p:cBhvr>
                                      <p:tavLst>
                                        <p:tav tm="0">
                                          <p:val>
                                            <p:fltVal val="0"/>
                                          </p:val>
                                        </p:tav>
                                        <p:tav tm="100000">
                                          <p:val>
                                            <p:strVal val="#ppt_w"/>
                                          </p:val>
                                        </p:tav>
                                      </p:tavLst>
                                    </p:anim>
                                    <p:anim to="" calcmode="lin" valueType="num">
                                      <p:cBhvr>
                                        <p:cTn id="19" dur="1500" fill="hold">
                                          <p:stCondLst>
                                            <p:cond delay="0"/>
                                          </p:stCondLst>
                                        </p:cTn>
                                        <p:tgtEl>
                                          <p:spTgt spid="89"/>
                                        </p:tgtEl>
                                        <p:attrNameLst>
                                          <p:attrName>ppt_h</p:attrName>
                                        </p:attrNameLst>
                                      </p:cBhvr>
                                      <p:tavLst>
                                        <p:tav tm="0">
                                          <p:val>
                                            <p:fltVal val="0"/>
                                          </p:val>
                                        </p:tav>
                                        <p:tav tm="100000">
                                          <p:val>
                                            <p:strVal val="#ppt_h"/>
                                          </p:val>
                                        </p:tav>
                                      </p:tavLst>
                                    </p:anim>
                                    <p:animEffect filter="fade">
                                      <p:cBhvr>
                                        <p:cTn id="20" dur="1500">
                                          <p:stCondLst>
                                            <p:cond delay="0"/>
                                          </p:stCondLst>
                                        </p:cTn>
                                        <p:tgtEl>
                                          <p:spTgt spid="89"/>
                                        </p:tgtEl>
                                      </p:cBhvr>
                                    </p:animEffect>
                                  </p:childTnLst>
                                </p:cTn>
                              </p:par>
                              <p:par>
                                <p:cTn id="21" presetID="2" presetClass="entr" presetSubtype="8" decel="100000" fill="hold" nodeType="withEffect">
                                  <p:stCondLst>
                                    <p:cond delay="250"/>
                                  </p:stCondLst>
                                  <p:childTnLst>
                                    <p:set>
                                      <p:cBhvr>
                                        <p:cTn id="22" dur="1" fill="hold">
                                          <p:stCondLst>
                                            <p:cond delay="0"/>
                                          </p:stCondLst>
                                        </p:cTn>
                                        <p:tgtEl>
                                          <p:spTgt spid="99"/>
                                        </p:tgtEl>
                                        <p:attrNameLst>
                                          <p:attrName>style.visibility</p:attrName>
                                        </p:attrNameLst>
                                      </p:cBhvr>
                                      <p:to>
                                        <p:strVal val="visible"/>
                                      </p:to>
                                    </p:set>
                                    <p:anim calcmode="lin" valueType="num">
                                      <p:cBhvr additive="base">
                                        <p:cTn id="23" dur="1500" fill="hold"/>
                                        <p:tgtEl>
                                          <p:spTgt spid="99"/>
                                        </p:tgtEl>
                                        <p:attrNameLst>
                                          <p:attrName>ppt_x</p:attrName>
                                        </p:attrNameLst>
                                      </p:cBhvr>
                                      <p:tavLst>
                                        <p:tav tm="0">
                                          <p:val>
                                            <p:strVal val="0-#ppt_w/2"/>
                                          </p:val>
                                        </p:tav>
                                        <p:tav tm="100000">
                                          <p:val>
                                            <p:strVal val="#ppt_x"/>
                                          </p:val>
                                        </p:tav>
                                      </p:tavLst>
                                    </p:anim>
                                    <p:anim calcmode="lin" valueType="num">
                                      <p:cBhvr additive="base">
                                        <p:cTn id="24" dur="1500" fill="hold"/>
                                        <p:tgtEl>
                                          <p:spTgt spid="99"/>
                                        </p:tgtEl>
                                        <p:attrNameLst>
                                          <p:attrName>ppt_y</p:attrName>
                                        </p:attrNameLst>
                                      </p:cBhvr>
                                      <p:tavLst>
                                        <p:tav tm="0">
                                          <p:val>
                                            <p:strVal val="#ppt_y"/>
                                          </p:val>
                                        </p:tav>
                                        <p:tav tm="100000">
                                          <p:val>
                                            <p:strVal val="#ppt_y"/>
                                          </p:val>
                                        </p:tav>
                                      </p:tavLst>
                                    </p:anim>
                                    <p:set>
                                      <p:cBhvr>
                                        <p:cTn id="25" dur="1" fill="hold">
                                          <p:stCondLst>
                                            <p:cond delay="0"/>
                                          </p:stCondLst>
                                        </p:cTn>
                                        <p:tgtEl>
                                          <p:spTgt spid="99"/>
                                        </p:tgtEl>
                                        <p:attrNameLst>
                                          <p:attrName>style.visibility</p:attrName>
                                        </p:attrNameLst>
                                      </p:cBhvr>
                                      <p:to>
                                        <p:strVal val="visible"/>
                                      </p:to>
                                    </p:set>
                                    <p:anim to="" calcmode="lin" valueType="num">
                                      <p:cBhvr>
                                        <p:cTn id="26" dur="1500" fill="hold">
                                          <p:stCondLst>
                                            <p:cond delay="0"/>
                                          </p:stCondLst>
                                        </p:cTn>
                                        <p:tgtEl>
                                          <p:spTgt spid="99"/>
                                        </p:tgtEl>
                                        <p:attrNameLst>
                                          <p:attrName>ppt_w</p:attrName>
                                        </p:attrNameLst>
                                      </p:cBhvr>
                                      <p:tavLst>
                                        <p:tav tm="0">
                                          <p:val>
                                            <p:fltVal val="0"/>
                                          </p:val>
                                        </p:tav>
                                        <p:tav tm="100000">
                                          <p:val>
                                            <p:strVal val="#ppt_w"/>
                                          </p:val>
                                        </p:tav>
                                      </p:tavLst>
                                    </p:anim>
                                    <p:anim to="" calcmode="lin" valueType="num">
                                      <p:cBhvr>
                                        <p:cTn id="27" dur="1500" fill="hold">
                                          <p:stCondLst>
                                            <p:cond delay="0"/>
                                          </p:stCondLst>
                                        </p:cTn>
                                        <p:tgtEl>
                                          <p:spTgt spid="99"/>
                                        </p:tgtEl>
                                        <p:attrNameLst>
                                          <p:attrName>ppt_h</p:attrName>
                                        </p:attrNameLst>
                                      </p:cBhvr>
                                      <p:tavLst>
                                        <p:tav tm="0">
                                          <p:val>
                                            <p:fltVal val="0"/>
                                          </p:val>
                                        </p:tav>
                                        <p:tav tm="100000">
                                          <p:val>
                                            <p:strVal val="#ppt_h"/>
                                          </p:val>
                                        </p:tav>
                                      </p:tavLst>
                                    </p:anim>
                                    <p:animEffect filter="fade">
                                      <p:cBhvr>
                                        <p:cTn id="28" dur="1500">
                                          <p:stCondLst>
                                            <p:cond delay="0"/>
                                          </p:stCondLst>
                                        </p:cTn>
                                        <p:tgtEl>
                                          <p:spTgt spid="99"/>
                                        </p:tgtEl>
                                      </p:cBhvr>
                                    </p:animEffect>
                                  </p:childTnLst>
                                </p:cTn>
                              </p:par>
                              <p:par>
                                <p:cTn id="29" presetID="2" presetClass="entr" presetSubtype="8" decel="100000" fill="hold" grpId="0" nodeType="withEffect">
                                  <p:stCondLst>
                                    <p:cond delay="250"/>
                                  </p:stCondLst>
                                  <p:childTnLst>
                                    <p:set>
                                      <p:cBhvr>
                                        <p:cTn id="30" dur="1" fill="hold">
                                          <p:stCondLst>
                                            <p:cond delay="0"/>
                                          </p:stCondLst>
                                        </p:cTn>
                                        <p:tgtEl>
                                          <p:spTgt spid="119"/>
                                        </p:tgtEl>
                                        <p:attrNameLst>
                                          <p:attrName>style.visibility</p:attrName>
                                        </p:attrNameLst>
                                      </p:cBhvr>
                                      <p:to>
                                        <p:strVal val="visible"/>
                                      </p:to>
                                    </p:set>
                                    <p:anim calcmode="lin" valueType="num">
                                      <p:cBhvr additive="base">
                                        <p:cTn id="31" dur="1500" fill="hold"/>
                                        <p:tgtEl>
                                          <p:spTgt spid="119"/>
                                        </p:tgtEl>
                                        <p:attrNameLst>
                                          <p:attrName>ppt_x</p:attrName>
                                        </p:attrNameLst>
                                      </p:cBhvr>
                                      <p:tavLst>
                                        <p:tav tm="0">
                                          <p:val>
                                            <p:strVal val="0-#ppt_w/2"/>
                                          </p:val>
                                        </p:tav>
                                        <p:tav tm="100000">
                                          <p:val>
                                            <p:strVal val="#ppt_x"/>
                                          </p:val>
                                        </p:tav>
                                      </p:tavLst>
                                    </p:anim>
                                    <p:anim calcmode="lin" valueType="num">
                                      <p:cBhvr additive="base">
                                        <p:cTn id="32" dur="1500" fill="hold"/>
                                        <p:tgtEl>
                                          <p:spTgt spid="119"/>
                                        </p:tgtEl>
                                        <p:attrNameLst>
                                          <p:attrName>ppt_y</p:attrName>
                                        </p:attrNameLst>
                                      </p:cBhvr>
                                      <p:tavLst>
                                        <p:tav tm="0">
                                          <p:val>
                                            <p:strVal val="#ppt_y"/>
                                          </p:val>
                                        </p:tav>
                                        <p:tav tm="100000">
                                          <p:val>
                                            <p:strVal val="#ppt_y"/>
                                          </p:val>
                                        </p:tav>
                                      </p:tavLst>
                                    </p:anim>
                                    <p:set>
                                      <p:cBhvr>
                                        <p:cTn id="33" dur="1" fill="hold">
                                          <p:stCondLst>
                                            <p:cond delay="0"/>
                                          </p:stCondLst>
                                        </p:cTn>
                                        <p:tgtEl>
                                          <p:spTgt spid="119"/>
                                        </p:tgtEl>
                                        <p:attrNameLst>
                                          <p:attrName>style.visibility</p:attrName>
                                        </p:attrNameLst>
                                      </p:cBhvr>
                                      <p:to>
                                        <p:strVal val="visible"/>
                                      </p:to>
                                    </p:set>
                                    <p:anim to="" calcmode="lin" valueType="num">
                                      <p:cBhvr>
                                        <p:cTn id="34" dur="1500" fill="hold">
                                          <p:stCondLst>
                                            <p:cond delay="0"/>
                                          </p:stCondLst>
                                        </p:cTn>
                                        <p:tgtEl>
                                          <p:spTgt spid="119"/>
                                        </p:tgtEl>
                                        <p:attrNameLst>
                                          <p:attrName>ppt_w</p:attrName>
                                        </p:attrNameLst>
                                      </p:cBhvr>
                                      <p:tavLst>
                                        <p:tav tm="0">
                                          <p:val>
                                            <p:fltVal val="0"/>
                                          </p:val>
                                        </p:tav>
                                        <p:tav tm="100000">
                                          <p:val>
                                            <p:strVal val="#ppt_w"/>
                                          </p:val>
                                        </p:tav>
                                      </p:tavLst>
                                    </p:anim>
                                    <p:anim to="" calcmode="lin" valueType="num">
                                      <p:cBhvr>
                                        <p:cTn id="35" dur="1500" fill="hold">
                                          <p:stCondLst>
                                            <p:cond delay="0"/>
                                          </p:stCondLst>
                                        </p:cTn>
                                        <p:tgtEl>
                                          <p:spTgt spid="119"/>
                                        </p:tgtEl>
                                        <p:attrNameLst>
                                          <p:attrName>ppt_h</p:attrName>
                                        </p:attrNameLst>
                                      </p:cBhvr>
                                      <p:tavLst>
                                        <p:tav tm="0">
                                          <p:val>
                                            <p:fltVal val="0"/>
                                          </p:val>
                                        </p:tav>
                                        <p:tav tm="100000">
                                          <p:val>
                                            <p:strVal val="#ppt_h"/>
                                          </p:val>
                                        </p:tav>
                                      </p:tavLst>
                                    </p:anim>
                                    <p:animEffect filter="fade">
                                      <p:cBhvr>
                                        <p:cTn id="36" dur="1500">
                                          <p:stCondLst>
                                            <p:cond delay="0"/>
                                          </p:stCondLst>
                                        </p:cTn>
                                        <p:tgtEl>
                                          <p:spTgt spid="119"/>
                                        </p:tgtEl>
                                      </p:cBhvr>
                                    </p:animEffect>
                                  </p:childTnLst>
                                </p:cTn>
                              </p:par>
                              <p:par>
                                <p:cTn id="37" presetID="2" presetClass="entr" presetSubtype="8" decel="100000" fill="hold" grpId="0" nodeType="withEffect">
                                  <p:stCondLst>
                                    <p:cond delay="25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500" fill="hold"/>
                                        <p:tgtEl>
                                          <p:spTgt spid="120"/>
                                        </p:tgtEl>
                                        <p:attrNameLst>
                                          <p:attrName>ppt_x</p:attrName>
                                        </p:attrNameLst>
                                      </p:cBhvr>
                                      <p:tavLst>
                                        <p:tav tm="0">
                                          <p:val>
                                            <p:strVal val="0-#ppt_w/2"/>
                                          </p:val>
                                        </p:tav>
                                        <p:tav tm="100000">
                                          <p:val>
                                            <p:strVal val="#ppt_x"/>
                                          </p:val>
                                        </p:tav>
                                      </p:tavLst>
                                    </p:anim>
                                    <p:anim calcmode="lin" valueType="num">
                                      <p:cBhvr additive="base">
                                        <p:cTn id="40" dur="1500" fill="hold"/>
                                        <p:tgtEl>
                                          <p:spTgt spid="120"/>
                                        </p:tgtEl>
                                        <p:attrNameLst>
                                          <p:attrName>ppt_y</p:attrName>
                                        </p:attrNameLst>
                                      </p:cBhvr>
                                      <p:tavLst>
                                        <p:tav tm="0">
                                          <p:val>
                                            <p:strVal val="#ppt_y"/>
                                          </p:val>
                                        </p:tav>
                                        <p:tav tm="100000">
                                          <p:val>
                                            <p:strVal val="#ppt_y"/>
                                          </p:val>
                                        </p:tav>
                                      </p:tavLst>
                                    </p:anim>
                                    <p:set>
                                      <p:cBhvr>
                                        <p:cTn id="41" dur="1" fill="hold">
                                          <p:stCondLst>
                                            <p:cond delay="0"/>
                                          </p:stCondLst>
                                        </p:cTn>
                                        <p:tgtEl>
                                          <p:spTgt spid="120"/>
                                        </p:tgtEl>
                                        <p:attrNameLst>
                                          <p:attrName>style.visibility</p:attrName>
                                        </p:attrNameLst>
                                      </p:cBhvr>
                                      <p:to>
                                        <p:strVal val="visible"/>
                                      </p:to>
                                    </p:set>
                                    <p:anim to="" calcmode="lin" valueType="num">
                                      <p:cBhvr>
                                        <p:cTn id="42" dur="1500" fill="hold">
                                          <p:stCondLst>
                                            <p:cond delay="0"/>
                                          </p:stCondLst>
                                        </p:cTn>
                                        <p:tgtEl>
                                          <p:spTgt spid="120"/>
                                        </p:tgtEl>
                                        <p:attrNameLst>
                                          <p:attrName>ppt_w</p:attrName>
                                        </p:attrNameLst>
                                      </p:cBhvr>
                                      <p:tavLst>
                                        <p:tav tm="0">
                                          <p:val>
                                            <p:fltVal val="0"/>
                                          </p:val>
                                        </p:tav>
                                        <p:tav tm="100000">
                                          <p:val>
                                            <p:strVal val="#ppt_w"/>
                                          </p:val>
                                        </p:tav>
                                      </p:tavLst>
                                    </p:anim>
                                    <p:anim to="" calcmode="lin" valueType="num">
                                      <p:cBhvr>
                                        <p:cTn id="43" dur="1500" fill="hold">
                                          <p:stCondLst>
                                            <p:cond delay="0"/>
                                          </p:stCondLst>
                                        </p:cTn>
                                        <p:tgtEl>
                                          <p:spTgt spid="120"/>
                                        </p:tgtEl>
                                        <p:attrNameLst>
                                          <p:attrName>ppt_h</p:attrName>
                                        </p:attrNameLst>
                                      </p:cBhvr>
                                      <p:tavLst>
                                        <p:tav tm="0">
                                          <p:val>
                                            <p:fltVal val="0"/>
                                          </p:val>
                                        </p:tav>
                                        <p:tav tm="100000">
                                          <p:val>
                                            <p:strVal val="#ppt_h"/>
                                          </p:val>
                                        </p:tav>
                                      </p:tavLst>
                                    </p:anim>
                                    <p:animEffect filter="fade">
                                      <p:cBhvr>
                                        <p:cTn id="44" dur="1500">
                                          <p:stCondLst>
                                            <p:cond delay="0"/>
                                          </p:stCondLst>
                                        </p:cTn>
                                        <p:tgtEl>
                                          <p:spTgt spid="120"/>
                                        </p:tgtEl>
                                      </p:cBhvr>
                                    </p:animEffect>
                                  </p:childTnLst>
                                </p:cTn>
                              </p:par>
                              <p:par>
                                <p:cTn id="45" presetID="2" presetClass="entr" presetSubtype="8" decel="100000" fill="hold" grpId="0" nodeType="withEffect">
                                  <p:stCondLst>
                                    <p:cond delay="250"/>
                                  </p:stCondLst>
                                  <p:childTnLst>
                                    <p:set>
                                      <p:cBhvr>
                                        <p:cTn id="46" dur="1" fill="hold">
                                          <p:stCondLst>
                                            <p:cond delay="0"/>
                                          </p:stCondLst>
                                        </p:cTn>
                                        <p:tgtEl>
                                          <p:spTgt spid="121"/>
                                        </p:tgtEl>
                                        <p:attrNameLst>
                                          <p:attrName>style.visibility</p:attrName>
                                        </p:attrNameLst>
                                      </p:cBhvr>
                                      <p:to>
                                        <p:strVal val="visible"/>
                                      </p:to>
                                    </p:set>
                                    <p:anim calcmode="lin" valueType="num">
                                      <p:cBhvr additive="base">
                                        <p:cTn id="47" dur="1500" fill="hold"/>
                                        <p:tgtEl>
                                          <p:spTgt spid="121"/>
                                        </p:tgtEl>
                                        <p:attrNameLst>
                                          <p:attrName>ppt_x</p:attrName>
                                        </p:attrNameLst>
                                      </p:cBhvr>
                                      <p:tavLst>
                                        <p:tav tm="0">
                                          <p:val>
                                            <p:strVal val="0-#ppt_w/2"/>
                                          </p:val>
                                        </p:tav>
                                        <p:tav tm="100000">
                                          <p:val>
                                            <p:strVal val="#ppt_x"/>
                                          </p:val>
                                        </p:tav>
                                      </p:tavLst>
                                    </p:anim>
                                    <p:anim calcmode="lin" valueType="num">
                                      <p:cBhvr additive="base">
                                        <p:cTn id="48" dur="1500" fill="hold"/>
                                        <p:tgtEl>
                                          <p:spTgt spid="121"/>
                                        </p:tgtEl>
                                        <p:attrNameLst>
                                          <p:attrName>ppt_y</p:attrName>
                                        </p:attrNameLst>
                                      </p:cBhvr>
                                      <p:tavLst>
                                        <p:tav tm="0">
                                          <p:val>
                                            <p:strVal val="#ppt_y"/>
                                          </p:val>
                                        </p:tav>
                                        <p:tav tm="100000">
                                          <p:val>
                                            <p:strVal val="#ppt_y"/>
                                          </p:val>
                                        </p:tav>
                                      </p:tavLst>
                                    </p:anim>
                                    <p:set>
                                      <p:cBhvr>
                                        <p:cTn id="49" dur="1" fill="hold">
                                          <p:stCondLst>
                                            <p:cond delay="0"/>
                                          </p:stCondLst>
                                        </p:cTn>
                                        <p:tgtEl>
                                          <p:spTgt spid="121"/>
                                        </p:tgtEl>
                                        <p:attrNameLst>
                                          <p:attrName>style.visibility</p:attrName>
                                        </p:attrNameLst>
                                      </p:cBhvr>
                                      <p:to>
                                        <p:strVal val="visible"/>
                                      </p:to>
                                    </p:set>
                                    <p:anim to="" calcmode="lin" valueType="num">
                                      <p:cBhvr>
                                        <p:cTn id="50" dur="1500" fill="hold">
                                          <p:stCondLst>
                                            <p:cond delay="0"/>
                                          </p:stCondLst>
                                        </p:cTn>
                                        <p:tgtEl>
                                          <p:spTgt spid="121"/>
                                        </p:tgtEl>
                                        <p:attrNameLst>
                                          <p:attrName>ppt_w</p:attrName>
                                        </p:attrNameLst>
                                      </p:cBhvr>
                                      <p:tavLst>
                                        <p:tav tm="0">
                                          <p:val>
                                            <p:fltVal val="0"/>
                                          </p:val>
                                        </p:tav>
                                        <p:tav tm="100000">
                                          <p:val>
                                            <p:strVal val="#ppt_w"/>
                                          </p:val>
                                        </p:tav>
                                      </p:tavLst>
                                    </p:anim>
                                    <p:anim to="" calcmode="lin" valueType="num">
                                      <p:cBhvr>
                                        <p:cTn id="51" dur="1500" fill="hold">
                                          <p:stCondLst>
                                            <p:cond delay="0"/>
                                          </p:stCondLst>
                                        </p:cTn>
                                        <p:tgtEl>
                                          <p:spTgt spid="121"/>
                                        </p:tgtEl>
                                        <p:attrNameLst>
                                          <p:attrName>ppt_h</p:attrName>
                                        </p:attrNameLst>
                                      </p:cBhvr>
                                      <p:tavLst>
                                        <p:tav tm="0">
                                          <p:val>
                                            <p:fltVal val="0"/>
                                          </p:val>
                                        </p:tav>
                                        <p:tav tm="100000">
                                          <p:val>
                                            <p:strVal val="#ppt_h"/>
                                          </p:val>
                                        </p:tav>
                                      </p:tavLst>
                                    </p:anim>
                                    <p:animEffect filter="fade">
                                      <p:cBhvr>
                                        <p:cTn id="52" dur="1500">
                                          <p:stCondLst>
                                            <p:cond delay="0"/>
                                          </p:stCondLst>
                                        </p:cTn>
                                        <p:tgtEl>
                                          <p:spTgt spid="121"/>
                                        </p:tgtEl>
                                      </p:cBhvr>
                                    </p:animEffect>
                                  </p:childTnLst>
                                </p:cTn>
                              </p:par>
                            </p:childTnLst>
                          </p:cTn>
                        </p:par>
                        <p:par>
                          <p:cTn id="53" fill="hold">
                            <p:stCondLst>
                              <p:cond delay="1750"/>
                            </p:stCondLst>
                            <p:childTnLst>
                              <p:par>
                                <p:cTn id="54" presetID="14" presetClass="entr" presetSubtype="1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randombar(horizontal)">
                                      <p:cBhvr>
                                        <p:cTn id="56"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utoUpdateAnimBg="0"/>
      <p:bldP spid="120" grpId="0" autoUpdateAnimBg="0"/>
      <p:bldP spid="121"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screen"/>
          <a:stretch>
            <a:fillRect/>
          </a:stretch>
        </p:blipFill>
        <p:spPr>
          <a:xfrm>
            <a:off x="470022" y="-138217"/>
            <a:ext cx="6716842" cy="6716842"/>
          </a:xfrm>
          <a:prstGeom prst="rect">
            <a:avLst/>
          </a:prstGeom>
        </p:spPr>
      </p:pic>
      <p:sp>
        <p:nvSpPr>
          <p:cNvPr id="8" name="矩形 7"/>
          <p:cNvSpPr/>
          <p:nvPr/>
        </p:nvSpPr>
        <p:spPr>
          <a:xfrm>
            <a:off x="2270665" y="3429000"/>
            <a:ext cx="2474122" cy="461665"/>
          </a:xfrm>
          <a:prstGeom prst="rect">
            <a:avLst/>
          </a:prstGeom>
        </p:spPr>
        <p:txBody>
          <a:bodyPr wrap="square">
            <a:spAutoFit/>
          </a:bodyPr>
          <a:lstStyle/>
          <a:p>
            <a:pPr algn="dist"/>
            <a:r>
              <a:rPr lang="zh-CN" altLang="en-US" sz="2400" dirty="0">
                <a:solidFill>
                  <a:schemeClr val="bg1"/>
                </a:solidFill>
                <a:latin typeface="华文细黑" panose="02010600040101010101" pitchFamily="2" charset="-122"/>
                <a:ea typeface="华文细黑" panose="02010600040101010101" pitchFamily="2" charset="-122"/>
              </a:rPr>
              <a:t>项目背景</a:t>
            </a:r>
            <a:endParaRPr lang="zh-CN" altLang="en-US" sz="2400" dirty="0">
              <a:solidFill>
                <a:schemeClr val="bg1"/>
              </a:solidFill>
              <a:latin typeface="华文细黑" panose="02010600040101010101" pitchFamily="2" charset="-122"/>
              <a:ea typeface="华文细黑" panose="02010600040101010101" pitchFamily="2" charset="-122"/>
            </a:endParaRPr>
          </a:p>
        </p:txBody>
      </p:sp>
      <p:grpSp>
        <p:nvGrpSpPr>
          <p:cNvPr id="9" name="PA_库_组合 13"/>
          <p:cNvGrpSpPr>
            <a:grpSpLocks noChangeAspect="1"/>
          </p:cNvGrpSpPr>
          <p:nvPr>
            <p:custDataLst>
              <p:tags r:id="rId2"/>
            </p:custDataLst>
          </p:nvPr>
        </p:nvGrpSpPr>
        <p:grpSpPr bwMode="auto">
          <a:xfrm>
            <a:off x="7485026" y="2016489"/>
            <a:ext cx="579876" cy="610196"/>
            <a:chOff x="3239" y="1524"/>
            <a:chExt cx="1224" cy="1288"/>
          </a:xfrm>
          <a:solidFill>
            <a:schemeClr val="accent1"/>
          </a:solidFill>
        </p:grpSpPr>
        <p:sp>
          <p:nvSpPr>
            <p:cNvPr id="10" name="Freeform 14"/>
            <p:cNvSpPr/>
            <p:nvPr/>
          </p:nvSpPr>
          <p:spPr bwMode="auto">
            <a:xfrm>
              <a:off x="3311" y="2487"/>
              <a:ext cx="1152" cy="325"/>
            </a:xfrm>
            <a:custGeom>
              <a:avLst/>
              <a:gdLst>
                <a:gd name="T0" fmla="*/ 405 w 429"/>
                <a:gd name="T1" fmla="*/ 0 h 121"/>
                <a:gd name="T2" fmla="*/ 414 w 429"/>
                <a:gd name="T3" fmla="*/ 27 h 121"/>
                <a:gd name="T4" fmla="*/ 195 w 429"/>
                <a:gd name="T5" fmla="*/ 105 h 121"/>
                <a:gd name="T6" fmla="*/ 0 w 429"/>
                <a:gd name="T7" fmla="*/ 67 h 121"/>
                <a:gd name="T8" fmla="*/ 211 w 429"/>
                <a:gd name="T9" fmla="*/ 121 h 121"/>
                <a:gd name="T10" fmla="*/ 429 w 429"/>
                <a:gd name="T11" fmla="*/ 42 h 121"/>
                <a:gd name="T12" fmla="*/ 405 w 429"/>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429" h="121">
                  <a:moveTo>
                    <a:pt x="405" y="0"/>
                  </a:moveTo>
                  <a:cubicBezTo>
                    <a:pt x="411" y="7"/>
                    <a:pt x="414" y="16"/>
                    <a:pt x="414" y="27"/>
                  </a:cubicBezTo>
                  <a:cubicBezTo>
                    <a:pt x="414" y="86"/>
                    <a:pt x="316" y="105"/>
                    <a:pt x="195" y="105"/>
                  </a:cubicBezTo>
                  <a:cubicBezTo>
                    <a:pt x="110" y="105"/>
                    <a:pt x="36" y="93"/>
                    <a:pt x="0" y="67"/>
                  </a:cubicBezTo>
                  <a:cubicBezTo>
                    <a:pt x="26" y="105"/>
                    <a:pt x="110" y="121"/>
                    <a:pt x="211" y="121"/>
                  </a:cubicBezTo>
                  <a:cubicBezTo>
                    <a:pt x="331" y="121"/>
                    <a:pt x="429" y="101"/>
                    <a:pt x="429" y="42"/>
                  </a:cubicBezTo>
                  <a:cubicBezTo>
                    <a:pt x="429" y="25"/>
                    <a:pt x="421" y="11"/>
                    <a:pt x="4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5"/>
            <p:cNvSpPr/>
            <p:nvPr/>
          </p:nvSpPr>
          <p:spPr bwMode="auto">
            <a:xfrm>
              <a:off x="3290" y="2391"/>
              <a:ext cx="1132" cy="378"/>
            </a:xfrm>
            <a:custGeom>
              <a:avLst/>
              <a:gdLst>
                <a:gd name="T0" fmla="*/ 422 w 422"/>
                <a:gd name="T1" fmla="*/ 63 h 141"/>
                <a:gd name="T2" fmla="*/ 413 w 422"/>
                <a:gd name="T3" fmla="*/ 36 h 141"/>
                <a:gd name="T4" fmla="*/ 219 w 422"/>
                <a:gd name="T5" fmla="*/ 0 h 141"/>
                <a:gd name="T6" fmla="*/ 0 w 422"/>
                <a:gd name="T7" fmla="*/ 78 h 141"/>
                <a:gd name="T8" fmla="*/ 8 w 422"/>
                <a:gd name="T9" fmla="*/ 103 h 141"/>
                <a:gd name="T10" fmla="*/ 203 w 422"/>
                <a:gd name="T11" fmla="*/ 141 h 141"/>
                <a:gd name="T12" fmla="*/ 422 w 422"/>
                <a:gd name="T13" fmla="*/ 63 h 141"/>
              </a:gdLst>
              <a:ahLst/>
              <a:cxnLst>
                <a:cxn ang="0">
                  <a:pos x="T0" y="T1"/>
                </a:cxn>
                <a:cxn ang="0">
                  <a:pos x="T2" y="T3"/>
                </a:cxn>
                <a:cxn ang="0">
                  <a:pos x="T4" y="T5"/>
                </a:cxn>
                <a:cxn ang="0">
                  <a:pos x="T6" y="T7"/>
                </a:cxn>
                <a:cxn ang="0">
                  <a:pos x="T8" y="T9"/>
                </a:cxn>
                <a:cxn ang="0">
                  <a:pos x="T10" y="T11"/>
                </a:cxn>
                <a:cxn ang="0">
                  <a:pos x="T12" y="T13"/>
                </a:cxn>
              </a:cxnLst>
              <a:rect l="0" t="0" r="r" b="b"/>
              <a:pathLst>
                <a:path w="422" h="141">
                  <a:moveTo>
                    <a:pt x="422" y="63"/>
                  </a:moveTo>
                  <a:cubicBezTo>
                    <a:pt x="422" y="52"/>
                    <a:pt x="419" y="43"/>
                    <a:pt x="413" y="36"/>
                  </a:cubicBezTo>
                  <a:cubicBezTo>
                    <a:pt x="377" y="9"/>
                    <a:pt x="304" y="0"/>
                    <a:pt x="219" y="0"/>
                  </a:cubicBezTo>
                  <a:cubicBezTo>
                    <a:pt x="98" y="0"/>
                    <a:pt x="0" y="19"/>
                    <a:pt x="0" y="78"/>
                  </a:cubicBezTo>
                  <a:cubicBezTo>
                    <a:pt x="0" y="87"/>
                    <a:pt x="3" y="96"/>
                    <a:pt x="8" y="103"/>
                  </a:cubicBezTo>
                  <a:cubicBezTo>
                    <a:pt x="44" y="129"/>
                    <a:pt x="118" y="141"/>
                    <a:pt x="203" y="141"/>
                  </a:cubicBezTo>
                  <a:cubicBezTo>
                    <a:pt x="324" y="141"/>
                    <a:pt x="422" y="122"/>
                    <a:pt x="422"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6"/>
            <p:cNvSpPr/>
            <p:nvPr/>
          </p:nvSpPr>
          <p:spPr bwMode="auto">
            <a:xfrm>
              <a:off x="3239" y="2348"/>
              <a:ext cx="1173" cy="421"/>
            </a:xfrm>
            <a:custGeom>
              <a:avLst/>
              <a:gdLst>
                <a:gd name="T0" fmla="*/ 324 w 437"/>
                <a:gd name="T1" fmla="*/ 151 h 157"/>
                <a:gd name="T2" fmla="*/ 218 w 437"/>
                <a:gd name="T3" fmla="*/ 157 h 157"/>
                <a:gd name="T4" fmla="*/ 0 w 437"/>
                <a:gd name="T5" fmla="*/ 79 h 157"/>
                <a:gd name="T6" fmla="*/ 218 w 437"/>
                <a:gd name="T7" fmla="*/ 0 h 157"/>
                <a:gd name="T8" fmla="*/ 437 w 437"/>
                <a:gd name="T9" fmla="*/ 79 h 157"/>
                <a:gd name="T10" fmla="*/ 419 w 437"/>
                <a:gd name="T11" fmla="*/ 116 h 157"/>
              </a:gdLst>
              <a:ahLst/>
              <a:cxnLst>
                <a:cxn ang="0">
                  <a:pos x="T0" y="T1"/>
                </a:cxn>
                <a:cxn ang="0">
                  <a:pos x="T2" y="T3"/>
                </a:cxn>
                <a:cxn ang="0">
                  <a:pos x="T4" y="T5"/>
                </a:cxn>
                <a:cxn ang="0">
                  <a:pos x="T6" y="T7"/>
                </a:cxn>
                <a:cxn ang="0">
                  <a:pos x="T8" y="T9"/>
                </a:cxn>
                <a:cxn ang="0">
                  <a:pos x="T10" y="T11"/>
                </a:cxn>
              </a:cxnLst>
              <a:rect l="0" t="0" r="r" b="b"/>
              <a:pathLst>
                <a:path w="437" h="157">
                  <a:moveTo>
                    <a:pt x="324" y="151"/>
                  </a:moveTo>
                  <a:cubicBezTo>
                    <a:pt x="293" y="155"/>
                    <a:pt x="257" y="157"/>
                    <a:pt x="218" y="157"/>
                  </a:cubicBezTo>
                  <a:cubicBezTo>
                    <a:pt x="98" y="157"/>
                    <a:pt x="0" y="134"/>
                    <a:pt x="0" y="79"/>
                  </a:cubicBezTo>
                  <a:cubicBezTo>
                    <a:pt x="0" y="19"/>
                    <a:pt x="98" y="0"/>
                    <a:pt x="218" y="0"/>
                  </a:cubicBezTo>
                  <a:cubicBezTo>
                    <a:pt x="339" y="0"/>
                    <a:pt x="437" y="19"/>
                    <a:pt x="437" y="79"/>
                  </a:cubicBezTo>
                  <a:cubicBezTo>
                    <a:pt x="437" y="94"/>
                    <a:pt x="430" y="106"/>
                    <a:pt x="419" y="116"/>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13" name="Freeform 17"/>
            <p:cNvSpPr/>
            <p:nvPr/>
          </p:nvSpPr>
          <p:spPr bwMode="auto">
            <a:xfrm>
              <a:off x="4167" y="2715"/>
              <a:ext cx="94" cy="27"/>
            </a:xfrm>
            <a:custGeom>
              <a:avLst/>
              <a:gdLst>
                <a:gd name="T0" fmla="*/ 35 w 35"/>
                <a:gd name="T1" fmla="*/ 0 h 10"/>
                <a:gd name="T2" fmla="*/ 0 w 35"/>
                <a:gd name="T3" fmla="*/ 10 h 10"/>
              </a:gdLst>
              <a:ahLst/>
              <a:cxnLst>
                <a:cxn ang="0">
                  <a:pos x="T0" y="T1"/>
                </a:cxn>
                <a:cxn ang="0">
                  <a:pos x="T2" y="T3"/>
                </a:cxn>
              </a:cxnLst>
              <a:rect l="0" t="0" r="r" b="b"/>
              <a:pathLst>
                <a:path w="35" h="10">
                  <a:moveTo>
                    <a:pt x="35" y="0"/>
                  </a:moveTo>
                  <a:cubicBezTo>
                    <a:pt x="24" y="4"/>
                    <a:pt x="12" y="7"/>
                    <a:pt x="0" y="1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14" name="Freeform 18"/>
            <p:cNvSpPr/>
            <p:nvPr/>
          </p:nvSpPr>
          <p:spPr bwMode="auto">
            <a:xfrm>
              <a:off x="3827" y="1666"/>
              <a:ext cx="416" cy="934"/>
            </a:xfrm>
            <a:custGeom>
              <a:avLst/>
              <a:gdLst>
                <a:gd name="T0" fmla="*/ 106 w 155"/>
                <a:gd name="T1" fmla="*/ 0 h 348"/>
                <a:gd name="T2" fmla="*/ 139 w 155"/>
                <a:gd name="T3" fmla="*/ 91 h 348"/>
                <a:gd name="T4" fmla="*/ 0 w 155"/>
                <a:gd name="T5" fmla="*/ 331 h 348"/>
                <a:gd name="T6" fmla="*/ 15 w 155"/>
                <a:gd name="T7" fmla="*/ 348 h 348"/>
                <a:gd name="T8" fmla="*/ 155 w 155"/>
                <a:gd name="T9" fmla="*/ 106 h 348"/>
                <a:gd name="T10" fmla="*/ 106 w 155"/>
                <a:gd name="T11" fmla="*/ 0 h 348"/>
              </a:gdLst>
              <a:ahLst/>
              <a:cxnLst>
                <a:cxn ang="0">
                  <a:pos x="T0" y="T1"/>
                </a:cxn>
                <a:cxn ang="0">
                  <a:pos x="T2" y="T3"/>
                </a:cxn>
                <a:cxn ang="0">
                  <a:pos x="T4" y="T5"/>
                </a:cxn>
                <a:cxn ang="0">
                  <a:pos x="T6" y="T7"/>
                </a:cxn>
                <a:cxn ang="0">
                  <a:pos x="T8" y="T9"/>
                </a:cxn>
                <a:cxn ang="0">
                  <a:pos x="T10" y="T11"/>
                </a:cxn>
              </a:cxnLst>
              <a:rect l="0" t="0" r="r" b="b"/>
              <a:pathLst>
                <a:path w="155" h="348">
                  <a:moveTo>
                    <a:pt x="106" y="0"/>
                  </a:moveTo>
                  <a:cubicBezTo>
                    <a:pt x="126" y="24"/>
                    <a:pt x="139" y="56"/>
                    <a:pt x="139" y="91"/>
                  </a:cubicBezTo>
                  <a:cubicBezTo>
                    <a:pt x="139" y="164"/>
                    <a:pt x="14" y="317"/>
                    <a:pt x="0" y="331"/>
                  </a:cubicBezTo>
                  <a:cubicBezTo>
                    <a:pt x="9" y="342"/>
                    <a:pt x="15" y="348"/>
                    <a:pt x="15" y="348"/>
                  </a:cubicBezTo>
                  <a:cubicBezTo>
                    <a:pt x="17" y="348"/>
                    <a:pt x="155" y="183"/>
                    <a:pt x="155" y="106"/>
                  </a:cubicBezTo>
                  <a:cubicBezTo>
                    <a:pt x="155" y="64"/>
                    <a:pt x="136" y="26"/>
                    <a:pt x="10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9"/>
            <p:cNvSpPr/>
            <p:nvPr/>
          </p:nvSpPr>
          <p:spPr bwMode="auto">
            <a:xfrm>
              <a:off x="3491" y="1578"/>
              <a:ext cx="709" cy="976"/>
            </a:xfrm>
            <a:custGeom>
              <a:avLst/>
              <a:gdLst>
                <a:gd name="T0" fmla="*/ 231 w 264"/>
                <a:gd name="T1" fmla="*/ 33 h 364"/>
                <a:gd name="T2" fmla="*/ 140 w 264"/>
                <a:gd name="T3" fmla="*/ 0 h 364"/>
                <a:gd name="T4" fmla="*/ 0 w 264"/>
                <a:gd name="T5" fmla="*/ 139 h 364"/>
                <a:gd name="T6" fmla="*/ 125 w 264"/>
                <a:gd name="T7" fmla="*/ 364 h 364"/>
                <a:gd name="T8" fmla="*/ 264 w 264"/>
                <a:gd name="T9" fmla="*/ 124 h 364"/>
                <a:gd name="T10" fmla="*/ 231 w 264"/>
                <a:gd name="T11" fmla="*/ 33 h 364"/>
              </a:gdLst>
              <a:ahLst/>
              <a:cxnLst>
                <a:cxn ang="0">
                  <a:pos x="T0" y="T1"/>
                </a:cxn>
                <a:cxn ang="0">
                  <a:pos x="T2" y="T3"/>
                </a:cxn>
                <a:cxn ang="0">
                  <a:pos x="T4" y="T5"/>
                </a:cxn>
                <a:cxn ang="0">
                  <a:pos x="T6" y="T7"/>
                </a:cxn>
                <a:cxn ang="0">
                  <a:pos x="T8" y="T9"/>
                </a:cxn>
                <a:cxn ang="0">
                  <a:pos x="T10" y="T11"/>
                </a:cxn>
              </a:cxnLst>
              <a:rect l="0" t="0" r="r" b="b"/>
              <a:pathLst>
                <a:path w="264" h="364">
                  <a:moveTo>
                    <a:pt x="231" y="33"/>
                  </a:moveTo>
                  <a:cubicBezTo>
                    <a:pt x="206" y="12"/>
                    <a:pt x="174" y="0"/>
                    <a:pt x="140" y="0"/>
                  </a:cubicBezTo>
                  <a:cubicBezTo>
                    <a:pt x="63" y="0"/>
                    <a:pt x="0" y="62"/>
                    <a:pt x="0" y="139"/>
                  </a:cubicBezTo>
                  <a:cubicBezTo>
                    <a:pt x="0" y="201"/>
                    <a:pt x="90" y="320"/>
                    <a:pt x="125" y="364"/>
                  </a:cubicBezTo>
                  <a:cubicBezTo>
                    <a:pt x="139" y="350"/>
                    <a:pt x="264" y="197"/>
                    <a:pt x="264" y="124"/>
                  </a:cubicBezTo>
                  <a:cubicBezTo>
                    <a:pt x="264" y="89"/>
                    <a:pt x="251" y="57"/>
                    <a:pt x="23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20"/>
            <p:cNvSpPr/>
            <p:nvPr/>
          </p:nvSpPr>
          <p:spPr bwMode="auto">
            <a:xfrm>
              <a:off x="3526" y="1524"/>
              <a:ext cx="674" cy="542"/>
            </a:xfrm>
            <a:custGeom>
              <a:avLst/>
              <a:gdLst>
                <a:gd name="T0" fmla="*/ 0 w 251"/>
                <a:gd name="T1" fmla="*/ 54 h 202"/>
                <a:gd name="T2" fmla="*/ 111 w 251"/>
                <a:gd name="T3" fmla="*/ 0 h 202"/>
                <a:gd name="T4" fmla="*/ 251 w 251"/>
                <a:gd name="T5" fmla="*/ 140 h 202"/>
                <a:gd name="T6" fmla="*/ 233 w 251"/>
                <a:gd name="T7" fmla="*/ 202 h 202"/>
              </a:gdLst>
              <a:ahLst/>
              <a:cxnLst>
                <a:cxn ang="0">
                  <a:pos x="T0" y="T1"/>
                </a:cxn>
                <a:cxn ang="0">
                  <a:pos x="T2" y="T3"/>
                </a:cxn>
                <a:cxn ang="0">
                  <a:pos x="T4" y="T5"/>
                </a:cxn>
                <a:cxn ang="0">
                  <a:pos x="T6" y="T7"/>
                </a:cxn>
              </a:cxnLst>
              <a:rect l="0" t="0" r="r" b="b"/>
              <a:pathLst>
                <a:path w="251" h="202">
                  <a:moveTo>
                    <a:pt x="0" y="54"/>
                  </a:moveTo>
                  <a:cubicBezTo>
                    <a:pt x="26" y="21"/>
                    <a:pt x="66" y="0"/>
                    <a:pt x="111" y="0"/>
                  </a:cubicBezTo>
                  <a:cubicBezTo>
                    <a:pt x="188" y="0"/>
                    <a:pt x="251" y="62"/>
                    <a:pt x="251" y="140"/>
                  </a:cubicBezTo>
                  <a:cubicBezTo>
                    <a:pt x="251" y="157"/>
                    <a:pt x="244" y="179"/>
                    <a:pt x="233" y="202"/>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17" name="Freeform 21"/>
            <p:cNvSpPr/>
            <p:nvPr/>
          </p:nvSpPr>
          <p:spPr bwMode="auto">
            <a:xfrm>
              <a:off x="3472" y="1717"/>
              <a:ext cx="25" cy="51"/>
            </a:xfrm>
            <a:custGeom>
              <a:avLst/>
              <a:gdLst>
                <a:gd name="T0" fmla="*/ 0 w 9"/>
                <a:gd name="T1" fmla="*/ 19 h 19"/>
                <a:gd name="T2" fmla="*/ 9 w 9"/>
                <a:gd name="T3" fmla="*/ 0 h 19"/>
              </a:gdLst>
              <a:ahLst/>
              <a:cxnLst>
                <a:cxn ang="0">
                  <a:pos x="T0" y="T1"/>
                </a:cxn>
                <a:cxn ang="0">
                  <a:pos x="T2" y="T3"/>
                </a:cxn>
              </a:cxnLst>
              <a:rect l="0" t="0" r="r" b="b"/>
              <a:pathLst>
                <a:path w="9" h="19">
                  <a:moveTo>
                    <a:pt x="0" y="19"/>
                  </a:moveTo>
                  <a:cubicBezTo>
                    <a:pt x="2" y="13"/>
                    <a:pt x="5" y="6"/>
                    <a:pt x="9" y="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18" name="Freeform 22"/>
            <p:cNvSpPr/>
            <p:nvPr/>
          </p:nvSpPr>
          <p:spPr bwMode="auto">
            <a:xfrm>
              <a:off x="3448" y="1859"/>
              <a:ext cx="550" cy="690"/>
            </a:xfrm>
            <a:custGeom>
              <a:avLst/>
              <a:gdLst>
                <a:gd name="T0" fmla="*/ 205 w 205"/>
                <a:gd name="T1" fmla="*/ 174 h 257"/>
                <a:gd name="T2" fmla="*/ 140 w 205"/>
                <a:gd name="T3" fmla="*/ 257 h 257"/>
                <a:gd name="T4" fmla="*/ 0 w 205"/>
                <a:gd name="T5" fmla="*/ 15 h 257"/>
                <a:gd name="T6" fmla="*/ 1 w 205"/>
                <a:gd name="T7" fmla="*/ 0 h 257"/>
              </a:gdLst>
              <a:ahLst/>
              <a:cxnLst>
                <a:cxn ang="0">
                  <a:pos x="T0" y="T1"/>
                </a:cxn>
                <a:cxn ang="0">
                  <a:pos x="T2" y="T3"/>
                </a:cxn>
                <a:cxn ang="0">
                  <a:pos x="T4" y="T5"/>
                </a:cxn>
                <a:cxn ang="0">
                  <a:pos x="T6" y="T7"/>
                </a:cxn>
              </a:cxnLst>
              <a:rect l="0" t="0" r="r" b="b"/>
              <a:pathLst>
                <a:path w="205" h="257">
                  <a:moveTo>
                    <a:pt x="205" y="174"/>
                  </a:moveTo>
                  <a:cubicBezTo>
                    <a:pt x="172" y="220"/>
                    <a:pt x="141" y="257"/>
                    <a:pt x="140" y="257"/>
                  </a:cubicBezTo>
                  <a:cubicBezTo>
                    <a:pt x="138" y="257"/>
                    <a:pt x="0" y="92"/>
                    <a:pt x="0" y="15"/>
                  </a:cubicBezTo>
                  <a:cubicBezTo>
                    <a:pt x="0" y="10"/>
                    <a:pt x="1" y="5"/>
                    <a:pt x="1" y="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19" name="Freeform 23"/>
            <p:cNvSpPr/>
            <p:nvPr/>
          </p:nvSpPr>
          <p:spPr bwMode="auto">
            <a:xfrm>
              <a:off x="4036" y="2189"/>
              <a:ext cx="51" cy="81"/>
            </a:xfrm>
            <a:custGeom>
              <a:avLst/>
              <a:gdLst>
                <a:gd name="T0" fmla="*/ 19 w 19"/>
                <a:gd name="T1" fmla="*/ 0 h 30"/>
                <a:gd name="T2" fmla="*/ 0 w 19"/>
                <a:gd name="T3" fmla="*/ 30 h 30"/>
              </a:gdLst>
              <a:ahLst/>
              <a:cxnLst>
                <a:cxn ang="0">
                  <a:pos x="T0" y="T1"/>
                </a:cxn>
                <a:cxn ang="0">
                  <a:pos x="T2" y="T3"/>
                </a:cxn>
              </a:cxnLst>
              <a:rect l="0" t="0" r="r" b="b"/>
              <a:pathLst>
                <a:path w="19" h="30">
                  <a:moveTo>
                    <a:pt x="19" y="0"/>
                  </a:moveTo>
                  <a:cubicBezTo>
                    <a:pt x="13" y="10"/>
                    <a:pt x="6" y="20"/>
                    <a:pt x="0" y="3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20" name="Oval 24"/>
            <p:cNvSpPr>
              <a:spLocks noChangeArrowheads="1"/>
            </p:cNvSpPr>
            <p:nvPr/>
          </p:nvSpPr>
          <p:spPr bwMode="auto">
            <a:xfrm>
              <a:off x="3692" y="1755"/>
              <a:ext cx="263" cy="26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25"/>
            <p:cNvSpPr/>
            <p:nvPr/>
          </p:nvSpPr>
          <p:spPr bwMode="auto">
            <a:xfrm>
              <a:off x="3692" y="1755"/>
              <a:ext cx="263" cy="265"/>
            </a:xfrm>
            <a:custGeom>
              <a:avLst/>
              <a:gdLst>
                <a:gd name="T0" fmla="*/ 2 w 98"/>
                <a:gd name="T1" fmla="*/ 65 h 99"/>
                <a:gd name="T2" fmla="*/ 0 w 98"/>
                <a:gd name="T3" fmla="*/ 50 h 99"/>
                <a:gd name="T4" fmla="*/ 49 w 98"/>
                <a:gd name="T5" fmla="*/ 0 h 99"/>
                <a:gd name="T6" fmla="*/ 98 w 98"/>
                <a:gd name="T7" fmla="*/ 50 h 99"/>
                <a:gd name="T8" fmla="*/ 49 w 98"/>
                <a:gd name="T9" fmla="*/ 99 h 99"/>
                <a:gd name="T10" fmla="*/ 19 w 98"/>
                <a:gd name="T11" fmla="*/ 89 h 99"/>
              </a:gdLst>
              <a:ahLst/>
              <a:cxnLst>
                <a:cxn ang="0">
                  <a:pos x="T0" y="T1"/>
                </a:cxn>
                <a:cxn ang="0">
                  <a:pos x="T2" y="T3"/>
                </a:cxn>
                <a:cxn ang="0">
                  <a:pos x="T4" y="T5"/>
                </a:cxn>
                <a:cxn ang="0">
                  <a:pos x="T6" y="T7"/>
                </a:cxn>
                <a:cxn ang="0">
                  <a:pos x="T8" y="T9"/>
                </a:cxn>
                <a:cxn ang="0">
                  <a:pos x="T10" y="T11"/>
                </a:cxn>
              </a:cxnLst>
              <a:rect l="0" t="0" r="r" b="b"/>
              <a:pathLst>
                <a:path w="98" h="99">
                  <a:moveTo>
                    <a:pt x="2" y="65"/>
                  </a:moveTo>
                  <a:cubicBezTo>
                    <a:pt x="1" y="60"/>
                    <a:pt x="0" y="55"/>
                    <a:pt x="0" y="50"/>
                  </a:cubicBezTo>
                  <a:cubicBezTo>
                    <a:pt x="0" y="22"/>
                    <a:pt x="22" y="0"/>
                    <a:pt x="49" y="0"/>
                  </a:cubicBezTo>
                  <a:cubicBezTo>
                    <a:pt x="76" y="0"/>
                    <a:pt x="98" y="22"/>
                    <a:pt x="98" y="50"/>
                  </a:cubicBezTo>
                  <a:cubicBezTo>
                    <a:pt x="98" y="77"/>
                    <a:pt x="76" y="99"/>
                    <a:pt x="49" y="99"/>
                  </a:cubicBezTo>
                  <a:cubicBezTo>
                    <a:pt x="38" y="99"/>
                    <a:pt x="28" y="95"/>
                    <a:pt x="19" y="89"/>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grpSp>
      <p:grpSp>
        <p:nvGrpSpPr>
          <p:cNvPr id="22" name="PA_库_组合 13"/>
          <p:cNvGrpSpPr>
            <a:grpSpLocks noChangeAspect="1"/>
          </p:cNvGrpSpPr>
          <p:nvPr>
            <p:custDataLst>
              <p:tags r:id="rId3"/>
            </p:custDataLst>
          </p:nvPr>
        </p:nvGrpSpPr>
        <p:grpSpPr bwMode="auto">
          <a:xfrm>
            <a:off x="7485026" y="4273415"/>
            <a:ext cx="579876" cy="610196"/>
            <a:chOff x="3239" y="1524"/>
            <a:chExt cx="1224" cy="1288"/>
          </a:xfrm>
          <a:solidFill>
            <a:schemeClr val="accent3"/>
          </a:solidFill>
        </p:grpSpPr>
        <p:sp>
          <p:nvSpPr>
            <p:cNvPr id="23" name="Freeform 14"/>
            <p:cNvSpPr/>
            <p:nvPr/>
          </p:nvSpPr>
          <p:spPr bwMode="auto">
            <a:xfrm>
              <a:off x="3311" y="2487"/>
              <a:ext cx="1152" cy="325"/>
            </a:xfrm>
            <a:custGeom>
              <a:avLst/>
              <a:gdLst>
                <a:gd name="T0" fmla="*/ 405 w 429"/>
                <a:gd name="T1" fmla="*/ 0 h 121"/>
                <a:gd name="T2" fmla="*/ 414 w 429"/>
                <a:gd name="T3" fmla="*/ 27 h 121"/>
                <a:gd name="T4" fmla="*/ 195 w 429"/>
                <a:gd name="T5" fmla="*/ 105 h 121"/>
                <a:gd name="T6" fmla="*/ 0 w 429"/>
                <a:gd name="T7" fmla="*/ 67 h 121"/>
                <a:gd name="T8" fmla="*/ 211 w 429"/>
                <a:gd name="T9" fmla="*/ 121 h 121"/>
                <a:gd name="T10" fmla="*/ 429 w 429"/>
                <a:gd name="T11" fmla="*/ 42 h 121"/>
                <a:gd name="T12" fmla="*/ 405 w 429"/>
                <a:gd name="T13" fmla="*/ 0 h 121"/>
              </a:gdLst>
              <a:ahLst/>
              <a:cxnLst>
                <a:cxn ang="0">
                  <a:pos x="T0" y="T1"/>
                </a:cxn>
                <a:cxn ang="0">
                  <a:pos x="T2" y="T3"/>
                </a:cxn>
                <a:cxn ang="0">
                  <a:pos x="T4" y="T5"/>
                </a:cxn>
                <a:cxn ang="0">
                  <a:pos x="T6" y="T7"/>
                </a:cxn>
                <a:cxn ang="0">
                  <a:pos x="T8" y="T9"/>
                </a:cxn>
                <a:cxn ang="0">
                  <a:pos x="T10" y="T11"/>
                </a:cxn>
                <a:cxn ang="0">
                  <a:pos x="T12" y="T13"/>
                </a:cxn>
              </a:cxnLst>
              <a:rect l="0" t="0" r="r" b="b"/>
              <a:pathLst>
                <a:path w="429" h="121">
                  <a:moveTo>
                    <a:pt x="405" y="0"/>
                  </a:moveTo>
                  <a:cubicBezTo>
                    <a:pt x="411" y="7"/>
                    <a:pt x="414" y="16"/>
                    <a:pt x="414" y="27"/>
                  </a:cubicBezTo>
                  <a:cubicBezTo>
                    <a:pt x="414" y="86"/>
                    <a:pt x="316" y="105"/>
                    <a:pt x="195" y="105"/>
                  </a:cubicBezTo>
                  <a:cubicBezTo>
                    <a:pt x="110" y="105"/>
                    <a:pt x="36" y="93"/>
                    <a:pt x="0" y="67"/>
                  </a:cubicBezTo>
                  <a:cubicBezTo>
                    <a:pt x="26" y="105"/>
                    <a:pt x="110" y="121"/>
                    <a:pt x="211" y="121"/>
                  </a:cubicBezTo>
                  <a:cubicBezTo>
                    <a:pt x="331" y="121"/>
                    <a:pt x="429" y="101"/>
                    <a:pt x="429" y="42"/>
                  </a:cubicBezTo>
                  <a:cubicBezTo>
                    <a:pt x="429" y="25"/>
                    <a:pt x="421" y="11"/>
                    <a:pt x="40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15"/>
            <p:cNvSpPr/>
            <p:nvPr/>
          </p:nvSpPr>
          <p:spPr bwMode="auto">
            <a:xfrm>
              <a:off x="3290" y="2391"/>
              <a:ext cx="1132" cy="378"/>
            </a:xfrm>
            <a:custGeom>
              <a:avLst/>
              <a:gdLst>
                <a:gd name="T0" fmla="*/ 422 w 422"/>
                <a:gd name="T1" fmla="*/ 63 h 141"/>
                <a:gd name="T2" fmla="*/ 413 w 422"/>
                <a:gd name="T3" fmla="*/ 36 h 141"/>
                <a:gd name="T4" fmla="*/ 219 w 422"/>
                <a:gd name="T5" fmla="*/ 0 h 141"/>
                <a:gd name="T6" fmla="*/ 0 w 422"/>
                <a:gd name="T7" fmla="*/ 78 h 141"/>
                <a:gd name="T8" fmla="*/ 8 w 422"/>
                <a:gd name="T9" fmla="*/ 103 h 141"/>
                <a:gd name="T10" fmla="*/ 203 w 422"/>
                <a:gd name="T11" fmla="*/ 141 h 141"/>
                <a:gd name="T12" fmla="*/ 422 w 422"/>
                <a:gd name="T13" fmla="*/ 63 h 141"/>
              </a:gdLst>
              <a:ahLst/>
              <a:cxnLst>
                <a:cxn ang="0">
                  <a:pos x="T0" y="T1"/>
                </a:cxn>
                <a:cxn ang="0">
                  <a:pos x="T2" y="T3"/>
                </a:cxn>
                <a:cxn ang="0">
                  <a:pos x="T4" y="T5"/>
                </a:cxn>
                <a:cxn ang="0">
                  <a:pos x="T6" y="T7"/>
                </a:cxn>
                <a:cxn ang="0">
                  <a:pos x="T8" y="T9"/>
                </a:cxn>
                <a:cxn ang="0">
                  <a:pos x="T10" y="T11"/>
                </a:cxn>
                <a:cxn ang="0">
                  <a:pos x="T12" y="T13"/>
                </a:cxn>
              </a:cxnLst>
              <a:rect l="0" t="0" r="r" b="b"/>
              <a:pathLst>
                <a:path w="422" h="141">
                  <a:moveTo>
                    <a:pt x="422" y="63"/>
                  </a:moveTo>
                  <a:cubicBezTo>
                    <a:pt x="422" y="52"/>
                    <a:pt x="419" y="43"/>
                    <a:pt x="413" y="36"/>
                  </a:cubicBezTo>
                  <a:cubicBezTo>
                    <a:pt x="377" y="9"/>
                    <a:pt x="304" y="0"/>
                    <a:pt x="219" y="0"/>
                  </a:cubicBezTo>
                  <a:cubicBezTo>
                    <a:pt x="98" y="0"/>
                    <a:pt x="0" y="19"/>
                    <a:pt x="0" y="78"/>
                  </a:cubicBezTo>
                  <a:cubicBezTo>
                    <a:pt x="0" y="87"/>
                    <a:pt x="3" y="96"/>
                    <a:pt x="8" y="103"/>
                  </a:cubicBezTo>
                  <a:cubicBezTo>
                    <a:pt x="44" y="129"/>
                    <a:pt x="118" y="141"/>
                    <a:pt x="203" y="141"/>
                  </a:cubicBezTo>
                  <a:cubicBezTo>
                    <a:pt x="324" y="141"/>
                    <a:pt x="422" y="122"/>
                    <a:pt x="422"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16"/>
            <p:cNvSpPr/>
            <p:nvPr/>
          </p:nvSpPr>
          <p:spPr bwMode="auto">
            <a:xfrm>
              <a:off x="3239" y="2348"/>
              <a:ext cx="1173" cy="421"/>
            </a:xfrm>
            <a:custGeom>
              <a:avLst/>
              <a:gdLst>
                <a:gd name="T0" fmla="*/ 324 w 437"/>
                <a:gd name="T1" fmla="*/ 151 h 157"/>
                <a:gd name="T2" fmla="*/ 218 w 437"/>
                <a:gd name="T3" fmla="*/ 157 h 157"/>
                <a:gd name="T4" fmla="*/ 0 w 437"/>
                <a:gd name="T5" fmla="*/ 79 h 157"/>
                <a:gd name="T6" fmla="*/ 218 w 437"/>
                <a:gd name="T7" fmla="*/ 0 h 157"/>
                <a:gd name="T8" fmla="*/ 437 w 437"/>
                <a:gd name="T9" fmla="*/ 79 h 157"/>
                <a:gd name="T10" fmla="*/ 419 w 437"/>
                <a:gd name="T11" fmla="*/ 116 h 157"/>
              </a:gdLst>
              <a:ahLst/>
              <a:cxnLst>
                <a:cxn ang="0">
                  <a:pos x="T0" y="T1"/>
                </a:cxn>
                <a:cxn ang="0">
                  <a:pos x="T2" y="T3"/>
                </a:cxn>
                <a:cxn ang="0">
                  <a:pos x="T4" y="T5"/>
                </a:cxn>
                <a:cxn ang="0">
                  <a:pos x="T6" y="T7"/>
                </a:cxn>
                <a:cxn ang="0">
                  <a:pos x="T8" y="T9"/>
                </a:cxn>
                <a:cxn ang="0">
                  <a:pos x="T10" y="T11"/>
                </a:cxn>
              </a:cxnLst>
              <a:rect l="0" t="0" r="r" b="b"/>
              <a:pathLst>
                <a:path w="437" h="157">
                  <a:moveTo>
                    <a:pt x="324" y="151"/>
                  </a:moveTo>
                  <a:cubicBezTo>
                    <a:pt x="293" y="155"/>
                    <a:pt x="257" y="157"/>
                    <a:pt x="218" y="157"/>
                  </a:cubicBezTo>
                  <a:cubicBezTo>
                    <a:pt x="98" y="157"/>
                    <a:pt x="0" y="134"/>
                    <a:pt x="0" y="79"/>
                  </a:cubicBezTo>
                  <a:cubicBezTo>
                    <a:pt x="0" y="19"/>
                    <a:pt x="98" y="0"/>
                    <a:pt x="218" y="0"/>
                  </a:cubicBezTo>
                  <a:cubicBezTo>
                    <a:pt x="339" y="0"/>
                    <a:pt x="437" y="19"/>
                    <a:pt x="437" y="79"/>
                  </a:cubicBezTo>
                  <a:cubicBezTo>
                    <a:pt x="437" y="94"/>
                    <a:pt x="430" y="106"/>
                    <a:pt x="419" y="116"/>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26" name="Freeform 17"/>
            <p:cNvSpPr/>
            <p:nvPr/>
          </p:nvSpPr>
          <p:spPr bwMode="auto">
            <a:xfrm>
              <a:off x="4167" y="2715"/>
              <a:ext cx="94" cy="27"/>
            </a:xfrm>
            <a:custGeom>
              <a:avLst/>
              <a:gdLst>
                <a:gd name="T0" fmla="*/ 35 w 35"/>
                <a:gd name="T1" fmla="*/ 0 h 10"/>
                <a:gd name="T2" fmla="*/ 0 w 35"/>
                <a:gd name="T3" fmla="*/ 10 h 10"/>
              </a:gdLst>
              <a:ahLst/>
              <a:cxnLst>
                <a:cxn ang="0">
                  <a:pos x="T0" y="T1"/>
                </a:cxn>
                <a:cxn ang="0">
                  <a:pos x="T2" y="T3"/>
                </a:cxn>
              </a:cxnLst>
              <a:rect l="0" t="0" r="r" b="b"/>
              <a:pathLst>
                <a:path w="35" h="10">
                  <a:moveTo>
                    <a:pt x="35" y="0"/>
                  </a:moveTo>
                  <a:cubicBezTo>
                    <a:pt x="24" y="4"/>
                    <a:pt x="12" y="7"/>
                    <a:pt x="0" y="1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27" name="Freeform 18"/>
            <p:cNvSpPr/>
            <p:nvPr/>
          </p:nvSpPr>
          <p:spPr bwMode="auto">
            <a:xfrm>
              <a:off x="3827" y="1666"/>
              <a:ext cx="416" cy="934"/>
            </a:xfrm>
            <a:custGeom>
              <a:avLst/>
              <a:gdLst>
                <a:gd name="T0" fmla="*/ 106 w 155"/>
                <a:gd name="T1" fmla="*/ 0 h 348"/>
                <a:gd name="T2" fmla="*/ 139 w 155"/>
                <a:gd name="T3" fmla="*/ 91 h 348"/>
                <a:gd name="T4" fmla="*/ 0 w 155"/>
                <a:gd name="T5" fmla="*/ 331 h 348"/>
                <a:gd name="T6" fmla="*/ 15 w 155"/>
                <a:gd name="T7" fmla="*/ 348 h 348"/>
                <a:gd name="T8" fmla="*/ 155 w 155"/>
                <a:gd name="T9" fmla="*/ 106 h 348"/>
                <a:gd name="T10" fmla="*/ 106 w 155"/>
                <a:gd name="T11" fmla="*/ 0 h 348"/>
              </a:gdLst>
              <a:ahLst/>
              <a:cxnLst>
                <a:cxn ang="0">
                  <a:pos x="T0" y="T1"/>
                </a:cxn>
                <a:cxn ang="0">
                  <a:pos x="T2" y="T3"/>
                </a:cxn>
                <a:cxn ang="0">
                  <a:pos x="T4" y="T5"/>
                </a:cxn>
                <a:cxn ang="0">
                  <a:pos x="T6" y="T7"/>
                </a:cxn>
                <a:cxn ang="0">
                  <a:pos x="T8" y="T9"/>
                </a:cxn>
                <a:cxn ang="0">
                  <a:pos x="T10" y="T11"/>
                </a:cxn>
              </a:cxnLst>
              <a:rect l="0" t="0" r="r" b="b"/>
              <a:pathLst>
                <a:path w="155" h="348">
                  <a:moveTo>
                    <a:pt x="106" y="0"/>
                  </a:moveTo>
                  <a:cubicBezTo>
                    <a:pt x="126" y="24"/>
                    <a:pt x="139" y="56"/>
                    <a:pt x="139" y="91"/>
                  </a:cubicBezTo>
                  <a:cubicBezTo>
                    <a:pt x="139" y="164"/>
                    <a:pt x="14" y="317"/>
                    <a:pt x="0" y="331"/>
                  </a:cubicBezTo>
                  <a:cubicBezTo>
                    <a:pt x="9" y="342"/>
                    <a:pt x="15" y="348"/>
                    <a:pt x="15" y="348"/>
                  </a:cubicBezTo>
                  <a:cubicBezTo>
                    <a:pt x="17" y="348"/>
                    <a:pt x="155" y="183"/>
                    <a:pt x="155" y="106"/>
                  </a:cubicBezTo>
                  <a:cubicBezTo>
                    <a:pt x="155" y="64"/>
                    <a:pt x="136" y="26"/>
                    <a:pt x="10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19"/>
            <p:cNvSpPr/>
            <p:nvPr/>
          </p:nvSpPr>
          <p:spPr bwMode="auto">
            <a:xfrm>
              <a:off x="3491" y="1578"/>
              <a:ext cx="709" cy="976"/>
            </a:xfrm>
            <a:custGeom>
              <a:avLst/>
              <a:gdLst>
                <a:gd name="T0" fmla="*/ 231 w 264"/>
                <a:gd name="T1" fmla="*/ 33 h 364"/>
                <a:gd name="T2" fmla="*/ 140 w 264"/>
                <a:gd name="T3" fmla="*/ 0 h 364"/>
                <a:gd name="T4" fmla="*/ 0 w 264"/>
                <a:gd name="T5" fmla="*/ 139 h 364"/>
                <a:gd name="T6" fmla="*/ 125 w 264"/>
                <a:gd name="T7" fmla="*/ 364 h 364"/>
                <a:gd name="T8" fmla="*/ 264 w 264"/>
                <a:gd name="T9" fmla="*/ 124 h 364"/>
                <a:gd name="T10" fmla="*/ 231 w 264"/>
                <a:gd name="T11" fmla="*/ 33 h 364"/>
              </a:gdLst>
              <a:ahLst/>
              <a:cxnLst>
                <a:cxn ang="0">
                  <a:pos x="T0" y="T1"/>
                </a:cxn>
                <a:cxn ang="0">
                  <a:pos x="T2" y="T3"/>
                </a:cxn>
                <a:cxn ang="0">
                  <a:pos x="T4" y="T5"/>
                </a:cxn>
                <a:cxn ang="0">
                  <a:pos x="T6" y="T7"/>
                </a:cxn>
                <a:cxn ang="0">
                  <a:pos x="T8" y="T9"/>
                </a:cxn>
                <a:cxn ang="0">
                  <a:pos x="T10" y="T11"/>
                </a:cxn>
              </a:cxnLst>
              <a:rect l="0" t="0" r="r" b="b"/>
              <a:pathLst>
                <a:path w="264" h="364">
                  <a:moveTo>
                    <a:pt x="231" y="33"/>
                  </a:moveTo>
                  <a:cubicBezTo>
                    <a:pt x="206" y="12"/>
                    <a:pt x="174" y="0"/>
                    <a:pt x="140" y="0"/>
                  </a:cubicBezTo>
                  <a:cubicBezTo>
                    <a:pt x="63" y="0"/>
                    <a:pt x="0" y="62"/>
                    <a:pt x="0" y="139"/>
                  </a:cubicBezTo>
                  <a:cubicBezTo>
                    <a:pt x="0" y="201"/>
                    <a:pt x="90" y="320"/>
                    <a:pt x="125" y="364"/>
                  </a:cubicBezTo>
                  <a:cubicBezTo>
                    <a:pt x="139" y="350"/>
                    <a:pt x="264" y="197"/>
                    <a:pt x="264" y="124"/>
                  </a:cubicBezTo>
                  <a:cubicBezTo>
                    <a:pt x="264" y="89"/>
                    <a:pt x="251" y="57"/>
                    <a:pt x="231"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0"/>
            <p:cNvSpPr/>
            <p:nvPr/>
          </p:nvSpPr>
          <p:spPr bwMode="auto">
            <a:xfrm>
              <a:off x="3526" y="1524"/>
              <a:ext cx="674" cy="542"/>
            </a:xfrm>
            <a:custGeom>
              <a:avLst/>
              <a:gdLst>
                <a:gd name="T0" fmla="*/ 0 w 251"/>
                <a:gd name="T1" fmla="*/ 54 h 202"/>
                <a:gd name="T2" fmla="*/ 111 w 251"/>
                <a:gd name="T3" fmla="*/ 0 h 202"/>
                <a:gd name="T4" fmla="*/ 251 w 251"/>
                <a:gd name="T5" fmla="*/ 140 h 202"/>
                <a:gd name="T6" fmla="*/ 233 w 251"/>
                <a:gd name="T7" fmla="*/ 202 h 202"/>
              </a:gdLst>
              <a:ahLst/>
              <a:cxnLst>
                <a:cxn ang="0">
                  <a:pos x="T0" y="T1"/>
                </a:cxn>
                <a:cxn ang="0">
                  <a:pos x="T2" y="T3"/>
                </a:cxn>
                <a:cxn ang="0">
                  <a:pos x="T4" y="T5"/>
                </a:cxn>
                <a:cxn ang="0">
                  <a:pos x="T6" y="T7"/>
                </a:cxn>
              </a:cxnLst>
              <a:rect l="0" t="0" r="r" b="b"/>
              <a:pathLst>
                <a:path w="251" h="202">
                  <a:moveTo>
                    <a:pt x="0" y="54"/>
                  </a:moveTo>
                  <a:cubicBezTo>
                    <a:pt x="26" y="21"/>
                    <a:pt x="66" y="0"/>
                    <a:pt x="111" y="0"/>
                  </a:cubicBezTo>
                  <a:cubicBezTo>
                    <a:pt x="188" y="0"/>
                    <a:pt x="251" y="62"/>
                    <a:pt x="251" y="140"/>
                  </a:cubicBezTo>
                  <a:cubicBezTo>
                    <a:pt x="251" y="157"/>
                    <a:pt x="244" y="179"/>
                    <a:pt x="233" y="202"/>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30" name="Freeform 21"/>
            <p:cNvSpPr/>
            <p:nvPr/>
          </p:nvSpPr>
          <p:spPr bwMode="auto">
            <a:xfrm>
              <a:off x="3472" y="1717"/>
              <a:ext cx="25" cy="51"/>
            </a:xfrm>
            <a:custGeom>
              <a:avLst/>
              <a:gdLst>
                <a:gd name="T0" fmla="*/ 0 w 9"/>
                <a:gd name="T1" fmla="*/ 19 h 19"/>
                <a:gd name="T2" fmla="*/ 9 w 9"/>
                <a:gd name="T3" fmla="*/ 0 h 19"/>
              </a:gdLst>
              <a:ahLst/>
              <a:cxnLst>
                <a:cxn ang="0">
                  <a:pos x="T0" y="T1"/>
                </a:cxn>
                <a:cxn ang="0">
                  <a:pos x="T2" y="T3"/>
                </a:cxn>
              </a:cxnLst>
              <a:rect l="0" t="0" r="r" b="b"/>
              <a:pathLst>
                <a:path w="9" h="19">
                  <a:moveTo>
                    <a:pt x="0" y="19"/>
                  </a:moveTo>
                  <a:cubicBezTo>
                    <a:pt x="2" y="13"/>
                    <a:pt x="5" y="6"/>
                    <a:pt x="9" y="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31" name="Freeform 22"/>
            <p:cNvSpPr/>
            <p:nvPr/>
          </p:nvSpPr>
          <p:spPr bwMode="auto">
            <a:xfrm>
              <a:off x="3448" y="1859"/>
              <a:ext cx="550" cy="690"/>
            </a:xfrm>
            <a:custGeom>
              <a:avLst/>
              <a:gdLst>
                <a:gd name="T0" fmla="*/ 205 w 205"/>
                <a:gd name="T1" fmla="*/ 174 h 257"/>
                <a:gd name="T2" fmla="*/ 140 w 205"/>
                <a:gd name="T3" fmla="*/ 257 h 257"/>
                <a:gd name="T4" fmla="*/ 0 w 205"/>
                <a:gd name="T5" fmla="*/ 15 h 257"/>
                <a:gd name="T6" fmla="*/ 1 w 205"/>
                <a:gd name="T7" fmla="*/ 0 h 257"/>
              </a:gdLst>
              <a:ahLst/>
              <a:cxnLst>
                <a:cxn ang="0">
                  <a:pos x="T0" y="T1"/>
                </a:cxn>
                <a:cxn ang="0">
                  <a:pos x="T2" y="T3"/>
                </a:cxn>
                <a:cxn ang="0">
                  <a:pos x="T4" y="T5"/>
                </a:cxn>
                <a:cxn ang="0">
                  <a:pos x="T6" y="T7"/>
                </a:cxn>
              </a:cxnLst>
              <a:rect l="0" t="0" r="r" b="b"/>
              <a:pathLst>
                <a:path w="205" h="257">
                  <a:moveTo>
                    <a:pt x="205" y="174"/>
                  </a:moveTo>
                  <a:cubicBezTo>
                    <a:pt x="172" y="220"/>
                    <a:pt x="141" y="257"/>
                    <a:pt x="140" y="257"/>
                  </a:cubicBezTo>
                  <a:cubicBezTo>
                    <a:pt x="138" y="257"/>
                    <a:pt x="0" y="92"/>
                    <a:pt x="0" y="15"/>
                  </a:cubicBezTo>
                  <a:cubicBezTo>
                    <a:pt x="0" y="10"/>
                    <a:pt x="1" y="5"/>
                    <a:pt x="1" y="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32" name="Freeform 23"/>
            <p:cNvSpPr/>
            <p:nvPr/>
          </p:nvSpPr>
          <p:spPr bwMode="auto">
            <a:xfrm>
              <a:off x="4036" y="2189"/>
              <a:ext cx="51" cy="81"/>
            </a:xfrm>
            <a:custGeom>
              <a:avLst/>
              <a:gdLst>
                <a:gd name="T0" fmla="*/ 19 w 19"/>
                <a:gd name="T1" fmla="*/ 0 h 30"/>
                <a:gd name="T2" fmla="*/ 0 w 19"/>
                <a:gd name="T3" fmla="*/ 30 h 30"/>
              </a:gdLst>
              <a:ahLst/>
              <a:cxnLst>
                <a:cxn ang="0">
                  <a:pos x="T0" y="T1"/>
                </a:cxn>
                <a:cxn ang="0">
                  <a:pos x="T2" y="T3"/>
                </a:cxn>
              </a:cxnLst>
              <a:rect l="0" t="0" r="r" b="b"/>
              <a:pathLst>
                <a:path w="19" h="30">
                  <a:moveTo>
                    <a:pt x="19" y="0"/>
                  </a:moveTo>
                  <a:cubicBezTo>
                    <a:pt x="13" y="10"/>
                    <a:pt x="6" y="20"/>
                    <a:pt x="0" y="30"/>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sp>
          <p:nvSpPr>
            <p:cNvPr id="33" name="Oval 24"/>
            <p:cNvSpPr>
              <a:spLocks noChangeArrowheads="1"/>
            </p:cNvSpPr>
            <p:nvPr/>
          </p:nvSpPr>
          <p:spPr bwMode="auto">
            <a:xfrm>
              <a:off x="3692" y="1755"/>
              <a:ext cx="263" cy="26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5"/>
            <p:cNvSpPr/>
            <p:nvPr/>
          </p:nvSpPr>
          <p:spPr bwMode="auto">
            <a:xfrm>
              <a:off x="3692" y="1755"/>
              <a:ext cx="263" cy="265"/>
            </a:xfrm>
            <a:custGeom>
              <a:avLst/>
              <a:gdLst>
                <a:gd name="T0" fmla="*/ 2 w 98"/>
                <a:gd name="T1" fmla="*/ 65 h 99"/>
                <a:gd name="T2" fmla="*/ 0 w 98"/>
                <a:gd name="T3" fmla="*/ 50 h 99"/>
                <a:gd name="T4" fmla="*/ 49 w 98"/>
                <a:gd name="T5" fmla="*/ 0 h 99"/>
                <a:gd name="T6" fmla="*/ 98 w 98"/>
                <a:gd name="T7" fmla="*/ 50 h 99"/>
                <a:gd name="T8" fmla="*/ 49 w 98"/>
                <a:gd name="T9" fmla="*/ 99 h 99"/>
                <a:gd name="T10" fmla="*/ 19 w 98"/>
                <a:gd name="T11" fmla="*/ 89 h 99"/>
              </a:gdLst>
              <a:ahLst/>
              <a:cxnLst>
                <a:cxn ang="0">
                  <a:pos x="T0" y="T1"/>
                </a:cxn>
                <a:cxn ang="0">
                  <a:pos x="T2" y="T3"/>
                </a:cxn>
                <a:cxn ang="0">
                  <a:pos x="T4" y="T5"/>
                </a:cxn>
                <a:cxn ang="0">
                  <a:pos x="T6" y="T7"/>
                </a:cxn>
                <a:cxn ang="0">
                  <a:pos x="T8" y="T9"/>
                </a:cxn>
                <a:cxn ang="0">
                  <a:pos x="T10" y="T11"/>
                </a:cxn>
              </a:cxnLst>
              <a:rect l="0" t="0" r="r" b="b"/>
              <a:pathLst>
                <a:path w="98" h="99">
                  <a:moveTo>
                    <a:pt x="2" y="65"/>
                  </a:moveTo>
                  <a:cubicBezTo>
                    <a:pt x="1" y="60"/>
                    <a:pt x="0" y="55"/>
                    <a:pt x="0" y="50"/>
                  </a:cubicBezTo>
                  <a:cubicBezTo>
                    <a:pt x="0" y="22"/>
                    <a:pt x="22" y="0"/>
                    <a:pt x="49" y="0"/>
                  </a:cubicBezTo>
                  <a:cubicBezTo>
                    <a:pt x="76" y="0"/>
                    <a:pt x="98" y="22"/>
                    <a:pt x="98" y="50"/>
                  </a:cubicBezTo>
                  <a:cubicBezTo>
                    <a:pt x="98" y="77"/>
                    <a:pt x="76" y="99"/>
                    <a:pt x="49" y="99"/>
                  </a:cubicBezTo>
                  <a:cubicBezTo>
                    <a:pt x="38" y="99"/>
                    <a:pt x="28" y="95"/>
                    <a:pt x="19" y="89"/>
                  </a:cubicBezTo>
                </a:path>
              </a:pathLst>
            </a:custGeom>
            <a:grpFill/>
            <a:ln w="50800" cap="rnd">
              <a:solidFill>
                <a:srgbClr val="000000"/>
              </a:solidFill>
              <a:prstDash val="solid"/>
              <a:miter lim="800000"/>
            </a:ln>
          </p:spPr>
          <p:txBody>
            <a:bodyPr vert="horz" wrap="square" lIns="91440" tIns="45720" rIns="91440" bIns="45720" numCol="1" anchor="t" anchorCtr="0" compatLnSpc="1"/>
            <a:lstStyle/>
            <a:p>
              <a:endParaRPr lang="zh-CN" altLang="en-US"/>
            </a:p>
          </p:txBody>
        </p:sp>
      </p:grpSp>
      <p:sp>
        <p:nvSpPr>
          <p:cNvPr id="35" name="PA_库_矩形 34"/>
          <p:cNvSpPr/>
          <p:nvPr>
            <p:custDataLst>
              <p:tags r:id="rId4"/>
            </p:custDataLst>
          </p:nvPr>
        </p:nvSpPr>
        <p:spPr>
          <a:xfrm>
            <a:off x="8220294" y="1973182"/>
            <a:ext cx="2863350" cy="2168525"/>
          </a:xfrm>
          <a:prstGeom prst="rect">
            <a:avLst/>
          </a:prstGeom>
        </p:spPr>
        <p:txBody>
          <a:bodyPr wrap="square">
            <a:spAutoFit/>
          </a:bodyPr>
          <a:lstStyle/>
          <a:p>
            <a:pPr>
              <a:lnSpc>
                <a:spcPct val="150000"/>
              </a:lnSpc>
            </a:pPr>
            <a:r>
              <a:rPr lang="zh-CN" altLang="en-US" dirty="0">
                <a:solidFill>
                  <a:schemeClr val="tx1">
                    <a:lumMod val="65000"/>
                    <a:lumOff val="35000"/>
                  </a:schemeClr>
                </a:solidFill>
                <a:latin typeface="华文细黑" panose="02010600040101010101" pitchFamily="2" charset="-122"/>
                <a:ea typeface="华文细黑" panose="02010600040101010101" pitchFamily="2" charset="-122"/>
              </a:rPr>
              <a:t>很多饮食公司依旧用人工来操作运行，而这种方式效率低下而耗时，而且会提高订单错误的概率，由此引发顾客的不满和投诉。</a:t>
            </a:r>
            <a:endParaRPr lang="zh-CN" altLang="en-US"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6" name="PA_库_矩形 35"/>
          <p:cNvSpPr/>
          <p:nvPr>
            <p:custDataLst>
              <p:tags r:id="rId5"/>
            </p:custDataLst>
          </p:nvPr>
        </p:nvSpPr>
        <p:spPr>
          <a:xfrm>
            <a:off x="8220294" y="4252824"/>
            <a:ext cx="2863350" cy="2168525"/>
          </a:xfrm>
          <a:prstGeom prst="rect">
            <a:avLst/>
          </a:prstGeom>
        </p:spPr>
        <p:txBody>
          <a:bodyPr wrap="square">
            <a:spAutoFit/>
          </a:bodyPr>
          <a:lstStyle/>
          <a:p>
            <a:pPr>
              <a:lnSpc>
                <a:spcPct val="150000"/>
              </a:lnSpc>
            </a:pPr>
            <a:r>
              <a:rPr lang="zh-CN" altLang="en-US" dirty="0">
                <a:solidFill>
                  <a:schemeClr val="tx1">
                    <a:lumMod val="65000"/>
                    <a:lumOff val="35000"/>
                  </a:schemeClr>
                </a:solidFill>
                <a:latin typeface="华文细黑" panose="02010600040101010101" pitchFamily="2" charset="-122"/>
                <a:ea typeface="华文细黑" panose="02010600040101010101" pitchFamily="2" charset="-122"/>
                <a:sym typeface="+mn-ea"/>
              </a:rPr>
              <a:t>随着无线局域网技术的进步和加强，建立一个便捷高效的餐饮管理系统以便于便捷的优化管理，已经刻不容缓。</a:t>
            </a:r>
            <a:endParaRPr lang="en-US" altLang="zh-CN"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37" name="矩形 36"/>
          <p:cNvSpPr/>
          <p:nvPr/>
        </p:nvSpPr>
        <p:spPr>
          <a:xfrm>
            <a:off x="4319314" y="471751"/>
            <a:ext cx="3553372" cy="46166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项目背景</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8" name="直接连接符 37"/>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5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par>
                                <p:cTn id="8" presetID="22" presetClass="entr" presetSubtype="8" fill="hold"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1000"/>
                                        <p:tgtEl>
                                          <p:spTgt spid="22"/>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35"/>
                                        </p:tgtEl>
                                        <p:attrNameLst>
                                          <p:attrName>style.visibility</p:attrName>
                                        </p:attrNameLst>
                                      </p:cBhvr>
                                      <p:to>
                                        <p:strVal val="visible"/>
                                      </p:to>
                                    </p:set>
                                    <p:animEffect transition="in" filter="wipe(left)">
                                      <p:cBhvr>
                                        <p:cTn id="13" dur="1000"/>
                                        <p:tgtEl>
                                          <p:spTgt spid="35"/>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36"/>
                                        </p:tgtEl>
                                        <p:attrNameLst>
                                          <p:attrName>style.visibility</p:attrName>
                                        </p:attrNameLst>
                                      </p:cBhvr>
                                      <p:to>
                                        <p:strVal val="visible"/>
                                      </p:to>
                                    </p:set>
                                    <p:animEffect transition="in" filter="wipe(left)">
                                      <p:cBhvr>
                                        <p:cTn id="16"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utoUpdateAnimBg="0"/>
      <p:bldP spid="36"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9314" y="471751"/>
            <a:ext cx="3553372" cy="46166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功能简述</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PA_库_矩形 5"/>
          <p:cNvSpPr/>
          <p:nvPr>
            <p:custDataLst>
              <p:tags r:id="rId1"/>
            </p:custDataLst>
          </p:nvPr>
        </p:nvSpPr>
        <p:spPr>
          <a:xfrm>
            <a:off x="1872343" y="1727964"/>
            <a:ext cx="2612572" cy="4252686"/>
          </a:xfrm>
          <a:prstGeom prst="rect">
            <a:avLst/>
          </a:prstGeom>
          <a:solidFill>
            <a:schemeClr val="accent1"/>
          </a:solidFill>
          <a:ln>
            <a:noFill/>
          </a:ln>
          <a:effectLst>
            <a:outerShdw blurRad="1270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PA_库_矩形 6"/>
          <p:cNvSpPr/>
          <p:nvPr>
            <p:custDataLst>
              <p:tags r:id="rId2"/>
            </p:custDataLst>
          </p:nvPr>
        </p:nvSpPr>
        <p:spPr>
          <a:xfrm>
            <a:off x="4789714" y="1727964"/>
            <a:ext cx="2612572" cy="4252686"/>
          </a:xfrm>
          <a:prstGeom prst="rect">
            <a:avLst/>
          </a:prstGeom>
          <a:solidFill>
            <a:schemeClr val="accent2"/>
          </a:solidFill>
          <a:ln>
            <a:noFill/>
          </a:ln>
          <a:effectLst>
            <a:outerShdw blurRad="1270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_库_矩形 7"/>
          <p:cNvSpPr/>
          <p:nvPr>
            <p:custDataLst>
              <p:tags r:id="rId3"/>
            </p:custDataLst>
          </p:nvPr>
        </p:nvSpPr>
        <p:spPr>
          <a:xfrm>
            <a:off x="7707085" y="1706191"/>
            <a:ext cx="2612572" cy="4252686"/>
          </a:xfrm>
          <a:prstGeom prst="rect">
            <a:avLst/>
          </a:prstGeom>
          <a:solidFill>
            <a:schemeClr val="accent4"/>
          </a:solidFill>
          <a:ln>
            <a:noFill/>
          </a:ln>
          <a:effectLst>
            <a:outerShdw blurRad="127000" sx="102000" sy="102000" algn="ctr"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PA_库_矩形 8"/>
          <p:cNvSpPr/>
          <p:nvPr>
            <p:custDataLst>
              <p:tags r:id="rId4"/>
            </p:custDataLst>
          </p:nvPr>
        </p:nvSpPr>
        <p:spPr>
          <a:xfrm>
            <a:off x="1941286" y="1830954"/>
            <a:ext cx="2474686" cy="4046706"/>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PA_库_矩形 9"/>
          <p:cNvSpPr/>
          <p:nvPr>
            <p:custDataLst>
              <p:tags r:id="rId5"/>
            </p:custDataLst>
          </p:nvPr>
        </p:nvSpPr>
        <p:spPr>
          <a:xfrm>
            <a:off x="4858657" y="1830954"/>
            <a:ext cx="2474686" cy="4046706"/>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PA_库_矩形 10"/>
          <p:cNvSpPr/>
          <p:nvPr>
            <p:custDataLst>
              <p:tags r:id="rId6"/>
            </p:custDataLst>
          </p:nvPr>
        </p:nvSpPr>
        <p:spPr>
          <a:xfrm>
            <a:off x="7776028" y="1830954"/>
            <a:ext cx="2474686" cy="4046706"/>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PA_库_组合 46"/>
          <p:cNvGrpSpPr/>
          <p:nvPr>
            <p:custDataLst>
              <p:tags r:id="rId7"/>
            </p:custDataLst>
          </p:nvPr>
        </p:nvGrpSpPr>
        <p:grpSpPr>
          <a:xfrm>
            <a:off x="2448553" y="3234995"/>
            <a:ext cx="1552575" cy="472680"/>
            <a:chOff x="2130987" y="2888701"/>
            <a:chExt cx="1552575" cy="472680"/>
          </a:xfrm>
        </p:grpSpPr>
        <p:sp>
          <p:nvSpPr>
            <p:cNvPr id="48" name="文本框 47"/>
            <p:cNvSpPr txBox="1"/>
            <p:nvPr/>
          </p:nvSpPr>
          <p:spPr>
            <a:xfrm>
              <a:off x="2130987" y="2888701"/>
              <a:ext cx="1552575" cy="39878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rPr>
                <a:t>餐厅管理员</a:t>
              </a:r>
              <a:endParaRPr lang="zh-CN" altLang="en-US" sz="2000" dirty="0">
                <a:solidFill>
                  <a:schemeClr val="tx1">
                    <a:lumMod val="65000"/>
                    <a:lumOff val="35000"/>
                  </a:schemeClr>
                </a:solidFill>
              </a:endParaRPr>
            </a:p>
          </p:txBody>
        </p:sp>
        <p:cxnSp>
          <p:nvCxnSpPr>
            <p:cNvPr id="49" name="直接连接符 48"/>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0" name="PA_库_矩形 49"/>
          <p:cNvSpPr/>
          <p:nvPr>
            <p:custDataLst>
              <p:tags r:id="rId8"/>
            </p:custDataLst>
          </p:nvPr>
        </p:nvSpPr>
        <p:spPr>
          <a:xfrm>
            <a:off x="1941287" y="3867932"/>
            <a:ext cx="2543628" cy="1337945"/>
          </a:xfrm>
          <a:prstGeom prst="rect">
            <a:avLst/>
          </a:prstGeom>
        </p:spPr>
        <p:txBody>
          <a:bodyPr wrap="square">
            <a:spAutoFit/>
          </a:bodyPr>
          <a:lstStyle/>
          <a:p>
            <a:pPr algn="ctr">
              <a:lnSpc>
                <a:spcPct val="150000"/>
              </a:lnSpc>
            </a:pP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rPr>
              <a:t>管理</a:t>
            </a: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sym typeface="+mn-ea"/>
              </a:rPr>
              <a:t>菜品、</a:t>
            </a: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rPr>
              <a:t>管理</a:t>
            </a: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sym typeface="+mn-ea"/>
              </a:rPr>
              <a:t>餐桌</a:t>
            </a:r>
            <a:endPar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rPr>
              <a:t>管理</a:t>
            </a: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sym typeface="+mn-ea"/>
              </a:rPr>
              <a:t>厨房、</a:t>
            </a: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rPr>
              <a:t>所有角色</a:t>
            </a:r>
            <a:endPar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sz="1800" dirty="0">
                <a:solidFill>
                  <a:schemeClr val="tx1">
                    <a:lumMod val="75000"/>
                    <a:lumOff val="25000"/>
                  </a:schemeClr>
                </a:solidFill>
                <a:latin typeface="华文细黑" panose="02010600040101010101" pitchFamily="2" charset="-122"/>
                <a:ea typeface="华文细黑" panose="02010600040101010101" pitchFamily="2" charset="-122"/>
              </a:rPr>
              <a:t>视图、历史经营数据</a:t>
            </a:r>
            <a:endParaRPr lang="zh-CN" altLang="en-US" sz="1400" dirty="0">
              <a:solidFill>
                <a:schemeClr val="tx1">
                  <a:lumMod val="75000"/>
                  <a:lumOff val="25000"/>
                </a:schemeClr>
              </a:solidFill>
              <a:latin typeface="华文细黑" panose="02010600040101010101" pitchFamily="2" charset="-122"/>
              <a:ea typeface="华文细黑" panose="02010600040101010101" pitchFamily="2" charset="-122"/>
            </a:endParaRPr>
          </a:p>
        </p:txBody>
      </p:sp>
      <p:grpSp>
        <p:nvGrpSpPr>
          <p:cNvPr id="52" name="PA_库_组合 51"/>
          <p:cNvGrpSpPr/>
          <p:nvPr>
            <p:custDataLst>
              <p:tags r:id="rId9"/>
            </p:custDataLst>
          </p:nvPr>
        </p:nvGrpSpPr>
        <p:grpSpPr>
          <a:xfrm>
            <a:off x="5435166" y="3234995"/>
            <a:ext cx="1321669" cy="472680"/>
            <a:chOff x="2188772" y="2888701"/>
            <a:chExt cx="1321669" cy="472680"/>
          </a:xfrm>
        </p:grpSpPr>
        <p:sp>
          <p:nvSpPr>
            <p:cNvPr id="53" name="文本框 52"/>
            <p:cNvSpPr txBox="1"/>
            <p:nvPr/>
          </p:nvSpPr>
          <p:spPr>
            <a:xfrm>
              <a:off x="2188772" y="2888701"/>
              <a:ext cx="1321669" cy="39878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rPr>
                <a:t>后厨人员</a:t>
              </a:r>
              <a:endParaRPr lang="zh-CN" altLang="en-US" sz="2000" dirty="0">
                <a:solidFill>
                  <a:schemeClr val="tx1">
                    <a:lumMod val="65000"/>
                    <a:lumOff val="35000"/>
                  </a:schemeClr>
                </a:solidFill>
              </a:endParaRPr>
            </a:p>
          </p:txBody>
        </p:sp>
        <p:cxnSp>
          <p:nvCxnSpPr>
            <p:cNvPr id="54" name="直接连接符 53"/>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5" name="PA_库_矩形 54"/>
          <p:cNvSpPr/>
          <p:nvPr>
            <p:custDataLst>
              <p:tags r:id="rId10"/>
            </p:custDataLst>
          </p:nvPr>
        </p:nvSpPr>
        <p:spPr>
          <a:xfrm>
            <a:off x="4980164" y="3867932"/>
            <a:ext cx="2231672" cy="1337945"/>
          </a:xfrm>
          <a:prstGeom prst="rect">
            <a:avLst/>
          </a:prstGeom>
        </p:spPr>
        <p:txBody>
          <a:bodyPr wrap="square">
            <a:spAutoFit/>
          </a:bodyPr>
          <a:lstStyle/>
          <a:p>
            <a:pPr algn="ctr">
              <a:lnSpc>
                <a:spcPct val="150000"/>
              </a:lnSpc>
            </a:pPr>
            <a:r>
              <a:rPr lang="zh-CN" altLang="en-US" dirty="0">
                <a:solidFill>
                  <a:schemeClr val="tx1">
                    <a:lumMod val="75000"/>
                    <a:lumOff val="25000"/>
                  </a:schemeClr>
                </a:solidFill>
                <a:latin typeface="华文细黑" panose="02010600040101010101" pitchFamily="2" charset="-122"/>
                <a:ea typeface="华文细黑" panose="02010600040101010101" pitchFamily="2" charset="-122"/>
              </a:rPr>
              <a:t>接受点餐信息</a:t>
            </a:r>
            <a:endParaRPr lang="zh-CN" altLang="en-US"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dirty="0">
                <a:solidFill>
                  <a:schemeClr val="tx1">
                    <a:lumMod val="75000"/>
                    <a:lumOff val="25000"/>
                  </a:schemeClr>
                </a:solidFill>
                <a:latin typeface="华文细黑" panose="02010600040101010101" pitchFamily="2" charset="-122"/>
                <a:ea typeface="华文细黑" panose="02010600040101010101" pitchFamily="2" charset="-122"/>
              </a:rPr>
              <a:t>菜品烹饪确认</a:t>
            </a:r>
            <a:endParaRPr lang="zh-CN" altLang="en-US" dirty="0">
              <a:solidFill>
                <a:schemeClr val="tx1">
                  <a:lumMod val="75000"/>
                  <a:lumOff val="25000"/>
                </a:schemeClr>
              </a:solidFill>
              <a:latin typeface="华文细黑" panose="02010600040101010101" pitchFamily="2" charset="-122"/>
              <a:ea typeface="华文细黑" panose="02010600040101010101" pitchFamily="2" charset="-122"/>
            </a:endParaRPr>
          </a:p>
          <a:p>
            <a:pPr algn="ctr">
              <a:lnSpc>
                <a:spcPct val="150000"/>
              </a:lnSpc>
            </a:pPr>
            <a:r>
              <a:rPr lang="zh-CN" altLang="en-US" dirty="0">
                <a:solidFill>
                  <a:schemeClr val="tx1">
                    <a:lumMod val="75000"/>
                    <a:lumOff val="25000"/>
                  </a:schemeClr>
                </a:solidFill>
                <a:latin typeface="华文细黑" panose="02010600040101010101" pitchFamily="2" charset="-122"/>
                <a:ea typeface="华文细黑" panose="02010600040101010101" pitchFamily="2" charset="-122"/>
              </a:rPr>
              <a:t>发布传菜推送消息</a:t>
            </a:r>
            <a:endParaRPr lang="zh-CN" altLang="en-US"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56" name="PA_库_圆角矩形 55"/>
          <p:cNvSpPr/>
          <p:nvPr>
            <p:custDataLst>
              <p:tags r:id="rId11"/>
            </p:custDataLst>
          </p:nvPr>
        </p:nvSpPr>
        <p:spPr>
          <a:xfrm>
            <a:off x="2649544" y="5303634"/>
            <a:ext cx="1113143" cy="328972"/>
          </a:xfrm>
          <a:prstGeom prst="roundRect">
            <a:avLst>
              <a:gd name="adj" fmla="val 50000"/>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华文细黑" panose="02010600040101010101" pitchFamily="2" charset="-122"/>
                <a:ea typeface="华文细黑" panose="02010600040101010101" pitchFamily="2" charset="-122"/>
              </a:rPr>
              <a:t>用户</a:t>
            </a:r>
            <a:endParaRPr lang="zh-CN" altLang="en-US" sz="1400" dirty="0">
              <a:solidFill>
                <a:schemeClr val="bg1"/>
              </a:solidFill>
              <a:latin typeface="华文细黑" panose="02010600040101010101" pitchFamily="2" charset="-122"/>
              <a:ea typeface="华文细黑" panose="02010600040101010101" pitchFamily="2" charset="-122"/>
            </a:endParaRPr>
          </a:p>
        </p:txBody>
      </p:sp>
      <p:grpSp>
        <p:nvGrpSpPr>
          <p:cNvPr id="57" name="PA_库_组合 56"/>
          <p:cNvGrpSpPr/>
          <p:nvPr>
            <p:custDataLst>
              <p:tags r:id="rId12"/>
            </p:custDataLst>
          </p:nvPr>
        </p:nvGrpSpPr>
        <p:grpSpPr>
          <a:xfrm>
            <a:off x="8299480" y="3234995"/>
            <a:ext cx="1532890" cy="472680"/>
            <a:chOff x="2130987" y="2888701"/>
            <a:chExt cx="1532890" cy="472680"/>
          </a:xfrm>
        </p:grpSpPr>
        <p:sp>
          <p:nvSpPr>
            <p:cNvPr id="58" name="文本框 57"/>
            <p:cNvSpPr txBox="1"/>
            <p:nvPr/>
          </p:nvSpPr>
          <p:spPr>
            <a:xfrm>
              <a:off x="2130987" y="2888701"/>
              <a:ext cx="1532890" cy="39878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a:solidFill>
                    <a:schemeClr val="tx1">
                      <a:lumMod val="65000"/>
                      <a:lumOff val="35000"/>
                    </a:schemeClr>
                  </a:solidFill>
                </a:rPr>
                <a:t>点餐服务员</a:t>
              </a:r>
              <a:endParaRPr lang="zh-CN" altLang="en-US" sz="2000" dirty="0">
                <a:solidFill>
                  <a:schemeClr val="tx1">
                    <a:lumMod val="65000"/>
                    <a:lumOff val="35000"/>
                  </a:schemeClr>
                </a:solidFill>
              </a:endParaRPr>
            </a:p>
          </p:txBody>
        </p:sp>
        <p:cxnSp>
          <p:nvCxnSpPr>
            <p:cNvPr id="59" name="直接连接符 58"/>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60" name="PA_库_矩形 59"/>
          <p:cNvSpPr/>
          <p:nvPr>
            <p:custDataLst>
              <p:tags r:id="rId13"/>
            </p:custDataLst>
          </p:nvPr>
        </p:nvSpPr>
        <p:spPr>
          <a:xfrm>
            <a:off x="7902263" y="3867932"/>
            <a:ext cx="2231672" cy="1337945"/>
          </a:xfrm>
          <a:prstGeom prst="rect">
            <a:avLst/>
          </a:prstGeom>
        </p:spPr>
        <p:txBody>
          <a:bodyPr wrap="square">
            <a:spAutoFit/>
          </a:bodyPr>
          <a:lstStyle/>
          <a:p>
            <a:pPr algn="ctr">
              <a:lnSpc>
                <a:spcPct val="150000"/>
              </a:lnSpc>
            </a:pPr>
            <a:r>
              <a:rPr lang="zh-CN" altLang="en-US" dirty="0">
                <a:solidFill>
                  <a:schemeClr val="tx1">
                    <a:lumMod val="75000"/>
                    <a:lumOff val="25000"/>
                  </a:schemeClr>
                </a:solidFill>
                <a:latin typeface="华文细黑" panose="02010600040101010101" pitchFamily="2" charset="-122"/>
                <a:ea typeface="华文细黑" panose="02010600040101010101" pitchFamily="2" charset="-122"/>
                <a:sym typeface="+mn-ea"/>
              </a:rPr>
              <a:t>点餐、加餐、分配和结束订单、查看订单和菜谱详情</a:t>
            </a:r>
            <a:endParaRPr lang="zh-CN" altLang="en-US"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61" name="PA_库_圆角矩形 60"/>
          <p:cNvSpPr/>
          <p:nvPr>
            <p:custDataLst>
              <p:tags r:id="rId14"/>
            </p:custDataLst>
          </p:nvPr>
        </p:nvSpPr>
        <p:spPr>
          <a:xfrm>
            <a:off x="8461528" y="5303634"/>
            <a:ext cx="1113143" cy="328972"/>
          </a:xfrm>
          <a:prstGeom prst="roundRect">
            <a:avLst>
              <a:gd name="adj" fmla="val 50000"/>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华文细黑" panose="02010600040101010101" pitchFamily="2" charset="-122"/>
                <a:ea typeface="华文细黑" panose="02010600040101010101" pitchFamily="2" charset="-122"/>
              </a:rPr>
              <a:t>用户</a:t>
            </a:r>
            <a:endParaRPr lang="zh-CN" altLang="en-US" sz="1400" dirty="0">
              <a:solidFill>
                <a:schemeClr val="bg1"/>
              </a:solidFill>
              <a:latin typeface="华文细黑" panose="02010600040101010101" pitchFamily="2" charset="-122"/>
              <a:ea typeface="华文细黑" panose="02010600040101010101" pitchFamily="2" charset="-122"/>
            </a:endParaRPr>
          </a:p>
        </p:txBody>
      </p:sp>
      <p:pic>
        <p:nvPicPr>
          <p:cNvPr id="12" name="PA_库_图片 11"/>
          <p:cNvPicPr>
            <a:picLocks noChangeAspect="1"/>
          </p:cNvPicPr>
          <p:nvPr>
            <p:custDataLst>
              <p:tags r:id="rId15"/>
            </p:custDataLst>
          </p:nvPr>
        </p:nvPicPr>
        <p:blipFill>
          <a:blip r:embed="rId16" cstate="screen"/>
          <a:stretch>
            <a:fillRect/>
          </a:stretch>
        </p:blipFill>
        <p:spPr>
          <a:xfrm>
            <a:off x="2522412" y="1896318"/>
            <a:ext cx="1273313" cy="1273313"/>
          </a:xfrm>
          <a:prstGeom prst="rect">
            <a:avLst/>
          </a:prstGeom>
        </p:spPr>
      </p:pic>
      <p:pic>
        <p:nvPicPr>
          <p:cNvPr id="62" name="PA_库_图片 61"/>
          <p:cNvPicPr>
            <a:picLocks noChangeAspect="1"/>
          </p:cNvPicPr>
          <p:nvPr>
            <p:custDataLst>
              <p:tags r:id="rId17"/>
            </p:custDataLst>
          </p:nvPr>
        </p:nvPicPr>
        <p:blipFill>
          <a:blip r:embed="rId18" cstate="screen"/>
          <a:stretch>
            <a:fillRect/>
          </a:stretch>
        </p:blipFill>
        <p:spPr>
          <a:xfrm>
            <a:off x="5459344" y="1924786"/>
            <a:ext cx="1273313" cy="1273313"/>
          </a:xfrm>
          <a:prstGeom prst="rect">
            <a:avLst/>
          </a:prstGeom>
        </p:spPr>
      </p:pic>
      <p:pic>
        <p:nvPicPr>
          <p:cNvPr id="64" name="PA_库_图片 63"/>
          <p:cNvPicPr>
            <a:picLocks noChangeAspect="1"/>
          </p:cNvPicPr>
          <p:nvPr>
            <p:custDataLst>
              <p:tags r:id="rId19"/>
            </p:custDataLst>
          </p:nvPr>
        </p:nvPicPr>
        <p:blipFill>
          <a:blip r:embed="rId20" cstate="screen"/>
          <a:stretch>
            <a:fillRect/>
          </a:stretch>
        </p:blipFill>
        <p:spPr>
          <a:xfrm>
            <a:off x="8376714" y="1920234"/>
            <a:ext cx="1273313" cy="1273313"/>
          </a:xfrm>
          <a:prstGeom prst="rect">
            <a:avLst/>
          </a:prstGeom>
        </p:spPr>
      </p:pic>
      <p:sp>
        <p:nvSpPr>
          <p:cNvPr id="4" name="PA_库_圆角矩形 55"/>
          <p:cNvSpPr/>
          <p:nvPr>
            <p:custDataLst>
              <p:tags r:id="rId21"/>
            </p:custDataLst>
          </p:nvPr>
        </p:nvSpPr>
        <p:spPr>
          <a:xfrm>
            <a:off x="5539429" y="5304269"/>
            <a:ext cx="1113143" cy="328972"/>
          </a:xfrm>
          <a:prstGeom prst="roundRect">
            <a:avLst>
              <a:gd name="adj" fmla="val 50000"/>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400" dirty="0">
                <a:solidFill>
                  <a:schemeClr val="bg1"/>
                </a:solidFill>
                <a:latin typeface="华文细黑" panose="02010600040101010101" pitchFamily="2" charset="-122"/>
                <a:ea typeface="华文细黑" panose="02010600040101010101" pitchFamily="2" charset="-122"/>
              </a:rPr>
              <a:t>用户</a:t>
            </a:r>
            <a:endParaRPr lang="zh-CN" altLang="en-US" sz="1400"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nodePh="1">
                                  <p:stCondLst>
                                    <p:cond delay="250"/>
                                  </p:stCondLst>
                                  <p:endCondLst>
                                    <p:cond evt="begin" delay="0">
                                      <p:tn val="5"/>
                                    </p:cond>
                                  </p:endCondLst>
                                  <p:childTnLst>
                                    <p:set>
                                      <p:cBhvr>
                                        <p:cTn id="6" dur="1" fill="hold">
                                          <p:stCondLst>
                                            <p:cond delay="0"/>
                                          </p:stCondLst>
                                        </p:cTn>
                                        <p:tgtEl>
                                          <p:spTgt spid="6">
                                            <p:txEl>
                                              <p:charRg st="4294967295" end="4294967295"/>
                                            </p:txEl>
                                          </p:spTgt>
                                        </p:tgtEl>
                                        <p:attrNameLst>
                                          <p:attrName>style.visibility</p:attrName>
                                        </p:attrNameLst>
                                      </p:cBhvr>
                                      <p:to>
                                        <p:strVal val="visible"/>
                                      </p:to>
                                    </p:set>
                                    <p:anim calcmode="lin" valueType="num">
                                      <p:cBhvr additive="base">
                                        <p:cTn id="7" dur="1500" fill="hold"/>
                                        <p:tgtEl>
                                          <p:spTgt spid="6">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8" dur="1500" fill="hold"/>
                                        <p:tgtEl>
                                          <p:spTgt spid="6">
                                            <p:txEl>
                                              <p:charRg st="4294967295" end="4294967295"/>
                                            </p:txEl>
                                          </p:spTgt>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250"/>
                                  </p:stCondLst>
                                  <p:endCondLst>
                                    <p:cond evt="begin" delay="0">
                                      <p:tn val="9"/>
                                    </p:cond>
                                  </p:endCondLst>
                                  <p:childTnLst>
                                    <p:set>
                                      <p:cBhvr>
                                        <p:cTn id="10" dur="1" fill="hold">
                                          <p:stCondLst>
                                            <p:cond delay="0"/>
                                          </p:stCondLst>
                                        </p:cTn>
                                        <p:tgtEl>
                                          <p:spTgt spid="7">
                                            <p:txEl>
                                              <p:charRg st="4294967295" end="4294967295"/>
                                            </p:txEl>
                                          </p:spTgt>
                                        </p:tgtEl>
                                        <p:attrNameLst>
                                          <p:attrName>style.visibility</p:attrName>
                                        </p:attrNameLst>
                                      </p:cBhvr>
                                      <p:to>
                                        <p:strVal val="visible"/>
                                      </p:to>
                                    </p:set>
                                    <p:anim calcmode="lin" valueType="num">
                                      <p:cBhvr additive="base">
                                        <p:cTn id="11" dur="1500" fill="hold"/>
                                        <p:tgtEl>
                                          <p:spTgt spid="7">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12" dur="1500" fill="hold"/>
                                        <p:tgtEl>
                                          <p:spTgt spid="7">
                                            <p:txEl>
                                              <p:charRg st="4294967295" end="4294967295"/>
                                            </p:txEl>
                                          </p:spTgt>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nodePh="1">
                                  <p:stCondLst>
                                    <p:cond delay="250"/>
                                  </p:stCondLst>
                                  <p:endCondLst>
                                    <p:cond evt="begin" delay="0">
                                      <p:tn val="13"/>
                                    </p:cond>
                                  </p:endCondLst>
                                  <p:childTnLst>
                                    <p:set>
                                      <p:cBhvr>
                                        <p:cTn id="14" dur="1" fill="hold">
                                          <p:stCondLst>
                                            <p:cond delay="0"/>
                                          </p:stCondLst>
                                        </p:cTn>
                                        <p:tgtEl>
                                          <p:spTgt spid="8">
                                            <p:txEl>
                                              <p:charRg st="4294967295" end="4294967295"/>
                                            </p:txEl>
                                          </p:spTgt>
                                        </p:tgtEl>
                                        <p:attrNameLst>
                                          <p:attrName>style.visibility</p:attrName>
                                        </p:attrNameLst>
                                      </p:cBhvr>
                                      <p:to>
                                        <p:strVal val="visible"/>
                                      </p:to>
                                    </p:set>
                                    <p:anim calcmode="lin" valueType="num">
                                      <p:cBhvr additive="base">
                                        <p:cTn id="15" dur="1500" fill="hold"/>
                                        <p:tgtEl>
                                          <p:spTgt spid="8">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16" dur="1500" fill="hold"/>
                                        <p:tgtEl>
                                          <p:spTgt spid="8">
                                            <p:txEl>
                                              <p:charRg st="4294967295" end="4294967295"/>
                                            </p:txEl>
                                          </p:spTgt>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nodePh="1">
                                  <p:stCondLst>
                                    <p:cond delay="250"/>
                                  </p:stCondLst>
                                  <p:endCondLst>
                                    <p:cond evt="begin" delay="0">
                                      <p:tn val="17"/>
                                    </p:cond>
                                  </p:endCondLst>
                                  <p:childTnLst>
                                    <p:set>
                                      <p:cBhvr>
                                        <p:cTn id="18" dur="1" fill="hold">
                                          <p:stCondLst>
                                            <p:cond delay="0"/>
                                          </p:stCondLst>
                                        </p:cTn>
                                        <p:tgtEl>
                                          <p:spTgt spid="9">
                                            <p:txEl>
                                              <p:charRg st="4294967295" end="4294967295"/>
                                            </p:txEl>
                                          </p:spTgt>
                                        </p:tgtEl>
                                        <p:attrNameLst>
                                          <p:attrName>style.visibility</p:attrName>
                                        </p:attrNameLst>
                                      </p:cBhvr>
                                      <p:to>
                                        <p:strVal val="visible"/>
                                      </p:to>
                                    </p:set>
                                    <p:anim calcmode="lin" valueType="num">
                                      <p:cBhvr additive="base">
                                        <p:cTn id="19" dur="1500" fill="hold"/>
                                        <p:tgtEl>
                                          <p:spTgt spid="9">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20" dur="1500" fill="hold"/>
                                        <p:tgtEl>
                                          <p:spTgt spid="9">
                                            <p:txEl>
                                              <p:charRg st="4294967295" end="4294967295"/>
                                            </p:txEl>
                                          </p:spTgt>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nodePh="1">
                                  <p:stCondLst>
                                    <p:cond delay="250"/>
                                  </p:stCondLst>
                                  <p:endCondLst>
                                    <p:cond evt="begin" delay="0">
                                      <p:tn val="21"/>
                                    </p:cond>
                                  </p:endCondLst>
                                  <p:childTnLst>
                                    <p:set>
                                      <p:cBhvr>
                                        <p:cTn id="22" dur="1" fill="hold">
                                          <p:stCondLst>
                                            <p:cond delay="0"/>
                                          </p:stCondLst>
                                        </p:cTn>
                                        <p:tgtEl>
                                          <p:spTgt spid="10">
                                            <p:txEl>
                                              <p:charRg st="4294967295" end="4294967295"/>
                                            </p:txEl>
                                          </p:spTgt>
                                        </p:tgtEl>
                                        <p:attrNameLst>
                                          <p:attrName>style.visibility</p:attrName>
                                        </p:attrNameLst>
                                      </p:cBhvr>
                                      <p:to>
                                        <p:strVal val="visible"/>
                                      </p:to>
                                    </p:set>
                                    <p:anim calcmode="lin" valueType="num">
                                      <p:cBhvr additive="base">
                                        <p:cTn id="23" dur="1500" fill="hold"/>
                                        <p:tgtEl>
                                          <p:spTgt spid="10">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24" dur="1500" fill="hold"/>
                                        <p:tgtEl>
                                          <p:spTgt spid="10">
                                            <p:txEl>
                                              <p:charRg st="4294967295" end="4294967295"/>
                                            </p:txEl>
                                          </p:spTgt>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nodePh="1">
                                  <p:stCondLst>
                                    <p:cond delay="250"/>
                                  </p:stCondLst>
                                  <p:endCondLst>
                                    <p:cond evt="begin" delay="0">
                                      <p:tn val="25"/>
                                    </p:cond>
                                  </p:endCondLst>
                                  <p:childTnLst>
                                    <p:set>
                                      <p:cBhvr>
                                        <p:cTn id="26" dur="1" fill="hold">
                                          <p:stCondLst>
                                            <p:cond delay="0"/>
                                          </p:stCondLst>
                                        </p:cTn>
                                        <p:tgtEl>
                                          <p:spTgt spid="11">
                                            <p:txEl>
                                              <p:charRg st="4294967295" end="4294967295"/>
                                            </p:txEl>
                                          </p:spTgt>
                                        </p:tgtEl>
                                        <p:attrNameLst>
                                          <p:attrName>style.visibility</p:attrName>
                                        </p:attrNameLst>
                                      </p:cBhvr>
                                      <p:to>
                                        <p:strVal val="visible"/>
                                      </p:to>
                                    </p:set>
                                    <p:anim calcmode="lin" valueType="num">
                                      <p:cBhvr additive="base">
                                        <p:cTn id="27" dur="1500" fill="hold"/>
                                        <p:tgtEl>
                                          <p:spTgt spid="11">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28" dur="1500" fill="hold"/>
                                        <p:tgtEl>
                                          <p:spTgt spid="11">
                                            <p:txEl>
                                              <p:charRg st="4294967295" end="4294967295"/>
                                            </p:txEl>
                                          </p:spTgt>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25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1500" fill="hold"/>
                                        <p:tgtEl>
                                          <p:spTgt spid="47"/>
                                        </p:tgtEl>
                                        <p:attrNameLst>
                                          <p:attrName>ppt_x</p:attrName>
                                        </p:attrNameLst>
                                      </p:cBhvr>
                                      <p:tavLst>
                                        <p:tav tm="0">
                                          <p:val>
                                            <p:strVal val="#ppt_x"/>
                                          </p:val>
                                        </p:tav>
                                        <p:tav tm="100000">
                                          <p:val>
                                            <p:strVal val="#ppt_x"/>
                                          </p:val>
                                        </p:tav>
                                      </p:tavLst>
                                    </p:anim>
                                    <p:anim calcmode="lin" valueType="num">
                                      <p:cBhvr additive="base">
                                        <p:cTn id="32" dur="1500" fill="hold"/>
                                        <p:tgtEl>
                                          <p:spTgt spid="47"/>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25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1500" fill="hold"/>
                                        <p:tgtEl>
                                          <p:spTgt spid="50"/>
                                        </p:tgtEl>
                                        <p:attrNameLst>
                                          <p:attrName>ppt_x</p:attrName>
                                        </p:attrNameLst>
                                      </p:cBhvr>
                                      <p:tavLst>
                                        <p:tav tm="0">
                                          <p:val>
                                            <p:strVal val="#ppt_x"/>
                                          </p:val>
                                        </p:tav>
                                        <p:tav tm="100000">
                                          <p:val>
                                            <p:strVal val="#ppt_x"/>
                                          </p:val>
                                        </p:tav>
                                      </p:tavLst>
                                    </p:anim>
                                    <p:anim calcmode="lin" valueType="num">
                                      <p:cBhvr additive="base">
                                        <p:cTn id="36" dur="1500" fill="hold"/>
                                        <p:tgtEl>
                                          <p:spTgt spid="50"/>
                                        </p:tgtEl>
                                        <p:attrNameLst>
                                          <p:attrName>ppt_y</p:attrName>
                                        </p:attrNameLst>
                                      </p:cBhvr>
                                      <p:tavLst>
                                        <p:tav tm="0">
                                          <p:val>
                                            <p:strVal val="1+#ppt_h/2"/>
                                          </p:val>
                                        </p:tav>
                                        <p:tav tm="100000">
                                          <p:val>
                                            <p:strVal val="#ppt_y"/>
                                          </p:val>
                                        </p:tav>
                                      </p:tavLst>
                                    </p:anim>
                                  </p:childTnLst>
                                </p:cTn>
                              </p:par>
                              <p:par>
                                <p:cTn id="37" presetID="2" presetClass="entr" presetSubtype="4" decel="100000" fill="hold" nodeType="withEffect">
                                  <p:stCondLst>
                                    <p:cond delay="250"/>
                                  </p:stCondLst>
                                  <p:childTnLst>
                                    <p:set>
                                      <p:cBhvr>
                                        <p:cTn id="38" dur="1" fill="hold">
                                          <p:stCondLst>
                                            <p:cond delay="0"/>
                                          </p:stCondLst>
                                        </p:cTn>
                                        <p:tgtEl>
                                          <p:spTgt spid="52"/>
                                        </p:tgtEl>
                                        <p:attrNameLst>
                                          <p:attrName>style.visibility</p:attrName>
                                        </p:attrNameLst>
                                      </p:cBhvr>
                                      <p:to>
                                        <p:strVal val="visible"/>
                                      </p:to>
                                    </p:set>
                                    <p:anim calcmode="lin" valueType="num">
                                      <p:cBhvr additive="base">
                                        <p:cTn id="39" dur="1500" fill="hold"/>
                                        <p:tgtEl>
                                          <p:spTgt spid="52"/>
                                        </p:tgtEl>
                                        <p:attrNameLst>
                                          <p:attrName>ppt_x</p:attrName>
                                        </p:attrNameLst>
                                      </p:cBhvr>
                                      <p:tavLst>
                                        <p:tav tm="0">
                                          <p:val>
                                            <p:strVal val="#ppt_x"/>
                                          </p:val>
                                        </p:tav>
                                        <p:tav tm="100000">
                                          <p:val>
                                            <p:strVal val="#ppt_x"/>
                                          </p:val>
                                        </p:tav>
                                      </p:tavLst>
                                    </p:anim>
                                    <p:anim calcmode="lin" valueType="num">
                                      <p:cBhvr additive="base">
                                        <p:cTn id="40" dur="1500" fill="hold"/>
                                        <p:tgtEl>
                                          <p:spTgt spid="52"/>
                                        </p:tgtEl>
                                        <p:attrNameLst>
                                          <p:attrName>ppt_y</p:attrName>
                                        </p:attrNameLst>
                                      </p:cBhvr>
                                      <p:tavLst>
                                        <p:tav tm="0">
                                          <p:val>
                                            <p:strVal val="1+#ppt_h/2"/>
                                          </p:val>
                                        </p:tav>
                                        <p:tav tm="100000">
                                          <p:val>
                                            <p:strVal val="#ppt_y"/>
                                          </p:val>
                                        </p:tav>
                                      </p:tavLst>
                                    </p:anim>
                                  </p:childTnLst>
                                </p:cTn>
                              </p:par>
                              <p:par>
                                <p:cTn id="41" presetID="2" presetClass="entr" presetSubtype="4" decel="100000" fill="hold" grpId="0" nodeType="withEffect">
                                  <p:stCondLst>
                                    <p:cond delay="250"/>
                                  </p:stCondLst>
                                  <p:childTnLst>
                                    <p:set>
                                      <p:cBhvr>
                                        <p:cTn id="42" dur="1" fill="hold">
                                          <p:stCondLst>
                                            <p:cond delay="0"/>
                                          </p:stCondLst>
                                        </p:cTn>
                                        <p:tgtEl>
                                          <p:spTgt spid="55"/>
                                        </p:tgtEl>
                                        <p:attrNameLst>
                                          <p:attrName>style.visibility</p:attrName>
                                        </p:attrNameLst>
                                      </p:cBhvr>
                                      <p:to>
                                        <p:strVal val="visible"/>
                                      </p:to>
                                    </p:set>
                                    <p:anim calcmode="lin" valueType="num">
                                      <p:cBhvr additive="base">
                                        <p:cTn id="43" dur="1500" fill="hold"/>
                                        <p:tgtEl>
                                          <p:spTgt spid="55"/>
                                        </p:tgtEl>
                                        <p:attrNameLst>
                                          <p:attrName>ppt_x</p:attrName>
                                        </p:attrNameLst>
                                      </p:cBhvr>
                                      <p:tavLst>
                                        <p:tav tm="0">
                                          <p:val>
                                            <p:strVal val="#ppt_x"/>
                                          </p:val>
                                        </p:tav>
                                        <p:tav tm="100000">
                                          <p:val>
                                            <p:strVal val="#ppt_x"/>
                                          </p:val>
                                        </p:tav>
                                      </p:tavLst>
                                    </p:anim>
                                    <p:anim calcmode="lin" valueType="num">
                                      <p:cBhvr additive="base">
                                        <p:cTn id="44" dur="1500" fill="hold"/>
                                        <p:tgtEl>
                                          <p:spTgt spid="55"/>
                                        </p:tgtEl>
                                        <p:attrNameLst>
                                          <p:attrName>ppt_y</p:attrName>
                                        </p:attrNameLst>
                                      </p:cBhvr>
                                      <p:tavLst>
                                        <p:tav tm="0">
                                          <p:val>
                                            <p:strVal val="1+#ppt_h/2"/>
                                          </p:val>
                                        </p:tav>
                                        <p:tav tm="100000">
                                          <p:val>
                                            <p:strVal val="#ppt_y"/>
                                          </p:val>
                                        </p:tav>
                                      </p:tavLst>
                                    </p:anim>
                                  </p:childTnLst>
                                </p:cTn>
                              </p:par>
                              <p:par>
                                <p:cTn id="45" presetID="2" presetClass="entr" presetSubtype="4" decel="100000" fill="hold" grpId="0" nodeType="withEffect">
                                  <p:stCondLst>
                                    <p:cond delay="250"/>
                                  </p:stCondLst>
                                  <p:childTnLst>
                                    <p:set>
                                      <p:cBhvr>
                                        <p:cTn id="46" dur="1" fill="hold">
                                          <p:stCondLst>
                                            <p:cond delay="0"/>
                                          </p:stCondLst>
                                        </p:cTn>
                                        <p:tgtEl>
                                          <p:spTgt spid="56">
                                            <p:txEl>
                                              <p:charRg st="4294967295" end="4294967295"/>
                                            </p:txEl>
                                          </p:spTgt>
                                        </p:tgtEl>
                                        <p:attrNameLst>
                                          <p:attrName>style.visibility</p:attrName>
                                        </p:attrNameLst>
                                      </p:cBhvr>
                                      <p:to>
                                        <p:strVal val="visible"/>
                                      </p:to>
                                    </p:set>
                                    <p:anim calcmode="lin" valueType="num">
                                      <p:cBhvr additive="base">
                                        <p:cTn id="47" dur="1500" fill="hold"/>
                                        <p:tgtEl>
                                          <p:spTgt spid="56">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48" dur="1500" fill="hold"/>
                                        <p:tgtEl>
                                          <p:spTgt spid="56">
                                            <p:txEl>
                                              <p:charRg st="4294967295" end="4294967295"/>
                                            </p:txEl>
                                          </p:spTgt>
                                        </p:tgtEl>
                                        <p:attrNameLst>
                                          <p:attrName>ppt_y</p:attrName>
                                        </p:attrNameLst>
                                      </p:cBhvr>
                                      <p:tavLst>
                                        <p:tav tm="0">
                                          <p:val>
                                            <p:strVal val="1+#ppt_h/2"/>
                                          </p:val>
                                        </p:tav>
                                        <p:tav tm="100000">
                                          <p:val>
                                            <p:strVal val="#ppt_y"/>
                                          </p:val>
                                        </p:tav>
                                      </p:tavLst>
                                    </p:anim>
                                  </p:childTnLst>
                                </p:cTn>
                              </p:par>
                              <p:par>
                                <p:cTn id="49" presetID="2" presetClass="entr" presetSubtype="4" decel="100000" fill="hold" nodeType="withEffect">
                                  <p:stCondLst>
                                    <p:cond delay="250"/>
                                  </p:stCondLst>
                                  <p:childTnLst>
                                    <p:set>
                                      <p:cBhvr>
                                        <p:cTn id="50" dur="1" fill="hold">
                                          <p:stCondLst>
                                            <p:cond delay="0"/>
                                          </p:stCondLst>
                                        </p:cTn>
                                        <p:tgtEl>
                                          <p:spTgt spid="57"/>
                                        </p:tgtEl>
                                        <p:attrNameLst>
                                          <p:attrName>style.visibility</p:attrName>
                                        </p:attrNameLst>
                                      </p:cBhvr>
                                      <p:to>
                                        <p:strVal val="visible"/>
                                      </p:to>
                                    </p:set>
                                    <p:anim calcmode="lin" valueType="num">
                                      <p:cBhvr additive="base">
                                        <p:cTn id="51" dur="1500" fill="hold"/>
                                        <p:tgtEl>
                                          <p:spTgt spid="57"/>
                                        </p:tgtEl>
                                        <p:attrNameLst>
                                          <p:attrName>ppt_x</p:attrName>
                                        </p:attrNameLst>
                                      </p:cBhvr>
                                      <p:tavLst>
                                        <p:tav tm="0">
                                          <p:val>
                                            <p:strVal val="#ppt_x"/>
                                          </p:val>
                                        </p:tav>
                                        <p:tav tm="100000">
                                          <p:val>
                                            <p:strVal val="#ppt_x"/>
                                          </p:val>
                                        </p:tav>
                                      </p:tavLst>
                                    </p:anim>
                                    <p:anim calcmode="lin" valueType="num">
                                      <p:cBhvr additive="base">
                                        <p:cTn id="52" dur="1500" fill="hold"/>
                                        <p:tgtEl>
                                          <p:spTgt spid="57"/>
                                        </p:tgtEl>
                                        <p:attrNameLst>
                                          <p:attrName>ppt_y</p:attrName>
                                        </p:attrNameLst>
                                      </p:cBhvr>
                                      <p:tavLst>
                                        <p:tav tm="0">
                                          <p:val>
                                            <p:strVal val="1+#ppt_h/2"/>
                                          </p:val>
                                        </p:tav>
                                        <p:tav tm="100000">
                                          <p:val>
                                            <p:strVal val="#ppt_y"/>
                                          </p:val>
                                        </p:tav>
                                      </p:tavLst>
                                    </p:anim>
                                  </p:childTnLst>
                                </p:cTn>
                              </p:par>
                              <p:par>
                                <p:cTn id="53" presetID="2" presetClass="entr" presetSubtype="4" decel="100000" fill="hold" grpId="0" nodeType="withEffect">
                                  <p:stCondLst>
                                    <p:cond delay="250"/>
                                  </p:stCondLst>
                                  <p:childTnLst>
                                    <p:set>
                                      <p:cBhvr>
                                        <p:cTn id="54" dur="1" fill="hold">
                                          <p:stCondLst>
                                            <p:cond delay="0"/>
                                          </p:stCondLst>
                                        </p:cTn>
                                        <p:tgtEl>
                                          <p:spTgt spid="60"/>
                                        </p:tgtEl>
                                        <p:attrNameLst>
                                          <p:attrName>style.visibility</p:attrName>
                                        </p:attrNameLst>
                                      </p:cBhvr>
                                      <p:to>
                                        <p:strVal val="visible"/>
                                      </p:to>
                                    </p:set>
                                    <p:anim calcmode="lin" valueType="num">
                                      <p:cBhvr additive="base">
                                        <p:cTn id="55" dur="1500" fill="hold"/>
                                        <p:tgtEl>
                                          <p:spTgt spid="60"/>
                                        </p:tgtEl>
                                        <p:attrNameLst>
                                          <p:attrName>ppt_x</p:attrName>
                                        </p:attrNameLst>
                                      </p:cBhvr>
                                      <p:tavLst>
                                        <p:tav tm="0">
                                          <p:val>
                                            <p:strVal val="#ppt_x"/>
                                          </p:val>
                                        </p:tav>
                                        <p:tav tm="100000">
                                          <p:val>
                                            <p:strVal val="#ppt_x"/>
                                          </p:val>
                                        </p:tav>
                                      </p:tavLst>
                                    </p:anim>
                                    <p:anim calcmode="lin" valueType="num">
                                      <p:cBhvr additive="base">
                                        <p:cTn id="56" dur="1500" fill="hold"/>
                                        <p:tgtEl>
                                          <p:spTgt spid="60"/>
                                        </p:tgtEl>
                                        <p:attrNameLst>
                                          <p:attrName>ppt_y</p:attrName>
                                        </p:attrNameLst>
                                      </p:cBhvr>
                                      <p:tavLst>
                                        <p:tav tm="0">
                                          <p:val>
                                            <p:strVal val="1+#ppt_h/2"/>
                                          </p:val>
                                        </p:tav>
                                        <p:tav tm="100000">
                                          <p:val>
                                            <p:strVal val="#ppt_y"/>
                                          </p:val>
                                        </p:tav>
                                      </p:tavLst>
                                    </p:anim>
                                  </p:childTnLst>
                                </p:cTn>
                              </p:par>
                              <p:par>
                                <p:cTn id="57" presetID="2" presetClass="entr" presetSubtype="4" decel="100000" fill="hold" grpId="0" nodeType="withEffect">
                                  <p:stCondLst>
                                    <p:cond delay="250"/>
                                  </p:stCondLst>
                                  <p:childTnLst>
                                    <p:set>
                                      <p:cBhvr>
                                        <p:cTn id="58" dur="1" fill="hold">
                                          <p:stCondLst>
                                            <p:cond delay="0"/>
                                          </p:stCondLst>
                                        </p:cTn>
                                        <p:tgtEl>
                                          <p:spTgt spid="61">
                                            <p:txEl>
                                              <p:charRg st="4294967295" end="4294967295"/>
                                            </p:txEl>
                                          </p:spTgt>
                                        </p:tgtEl>
                                        <p:attrNameLst>
                                          <p:attrName>style.visibility</p:attrName>
                                        </p:attrNameLst>
                                      </p:cBhvr>
                                      <p:to>
                                        <p:strVal val="visible"/>
                                      </p:to>
                                    </p:set>
                                    <p:anim calcmode="lin" valueType="num">
                                      <p:cBhvr additive="base">
                                        <p:cTn id="59" dur="1500" fill="hold"/>
                                        <p:tgtEl>
                                          <p:spTgt spid="61">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60" dur="1500" fill="hold"/>
                                        <p:tgtEl>
                                          <p:spTgt spid="61">
                                            <p:txEl>
                                              <p:charRg st="4294967295" end="4294967295"/>
                                            </p:txEl>
                                          </p:spTgt>
                                        </p:tgtEl>
                                        <p:attrNameLst>
                                          <p:attrName>ppt_y</p:attrName>
                                        </p:attrNameLst>
                                      </p:cBhvr>
                                      <p:tavLst>
                                        <p:tav tm="0">
                                          <p:val>
                                            <p:strVal val="1+#ppt_h/2"/>
                                          </p:val>
                                        </p:tav>
                                        <p:tav tm="100000">
                                          <p:val>
                                            <p:strVal val="#ppt_y"/>
                                          </p:val>
                                        </p:tav>
                                      </p:tavLst>
                                    </p:anim>
                                  </p:childTnLst>
                                </p:cTn>
                              </p:par>
                              <p:par>
                                <p:cTn id="61" presetID="2" presetClass="entr" presetSubtype="4" decel="100000" fill="hold" nodeType="withEffect">
                                  <p:stCondLst>
                                    <p:cond delay="25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1500" fill="hold"/>
                                        <p:tgtEl>
                                          <p:spTgt spid="12"/>
                                        </p:tgtEl>
                                        <p:attrNameLst>
                                          <p:attrName>ppt_x</p:attrName>
                                        </p:attrNameLst>
                                      </p:cBhvr>
                                      <p:tavLst>
                                        <p:tav tm="0">
                                          <p:val>
                                            <p:strVal val="#ppt_x"/>
                                          </p:val>
                                        </p:tav>
                                        <p:tav tm="100000">
                                          <p:val>
                                            <p:strVal val="#ppt_x"/>
                                          </p:val>
                                        </p:tav>
                                      </p:tavLst>
                                    </p:anim>
                                    <p:anim calcmode="lin" valueType="num">
                                      <p:cBhvr additive="base">
                                        <p:cTn id="64" dur="1500" fill="hold"/>
                                        <p:tgtEl>
                                          <p:spTgt spid="12"/>
                                        </p:tgtEl>
                                        <p:attrNameLst>
                                          <p:attrName>ppt_y</p:attrName>
                                        </p:attrNameLst>
                                      </p:cBhvr>
                                      <p:tavLst>
                                        <p:tav tm="0">
                                          <p:val>
                                            <p:strVal val="1+#ppt_h/2"/>
                                          </p:val>
                                        </p:tav>
                                        <p:tav tm="100000">
                                          <p:val>
                                            <p:strVal val="#ppt_y"/>
                                          </p:val>
                                        </p:tav>
                                      </p:tavLst>
                                    </p:anim>
                                  </p:childTnLst>
                                </p:cTn>
                              </p:par>
                              <p:par>
                                <p:cTn id="65" presetID="2" presetClass="entr" presetSubtype="4" decel="100000" fill="hold" nodeType="withEffect">
                                  <p:stCondLst>
                                    <p:cond delay="250"/>
                                  </p:stCondLst>
                                  <p:childTnLst>
                                    <p:set>
                                      <p:cBhvr>
                                        <p:cTn id="66" dur="1" fill="hold">
                                          <p:stCondLst>
                                            <p:cond delay="0"/>
                                          </p:stCondLst>
                                        </p:cTn>
                                        <p:tgtEl>
                                          <p:spTgt spid="62"/>
                                        </p:tgtEl>
                                        <p:attrNameLst>
                                          <p:attrName>style.visibility</p:attrName>
                                        </p:attrNameLst>
                                      </p:cBhvr>
                                      <p:to>
                                        <p:strVal val="visible"/>
                                      </p:to>
                                    </p:set>
                                    <p:anim calcmode="lin" valueType="num">
                                      <p:cBhvr additive="base">
                                        <p:cTn id="67" dur="1500" fill="hold"/>
                                        <p:tgtEl>
                                          <p:spTgt spid="62"/>
                                        </p:tgtEl>
                                        <p:attrNameLst>
                                          <p:attrName>ppt_x</p:attrName>
                                        </p:attrNameLst>
                                      </p:cBhvr>
                                      <p:tavLst>
                                        <p:tav tm="0">
                                          <p:val>
                                            <p:strVal val="#ppt_x"/>
                                          </p:val>
                                        </p:tav>
                                        <p:tav tm="100000">
                                          <p:val>
                                            <p:strVal val="#ppt_x"/>
                                          </p:val>
                                        </p:tav>
                                      </p:tavLst>
                                    </p:anim>
                                    <p:anim calcmode="lin" valueType="num">
                                      <p:cBhvr additive="base">
                                        <p:cTn id="68" dur="1500" fill="hold"/>
                                        <p:tgtEl>
                                          <p:spTgt spid="62"/>
                                        </p:tgtEl>
                                        <p:attrNameLst>
                                          <p:attrName>ppt_y</p:attrName>
                                        </p:attrNameLst>
                                      </p:cBhvr>
                                      <p:tavLst>
                                        <p:tav tm="0">
                                          <p:val>
                                            <p:strVal val="1+#ppt_h/2"/>
                                          </p:val>
                                        </p:tav>
                                        <p:tav tm="100000">
                                          <p:val>
                                            <p:strVal val="#ppt_y"/>
                                          </p:val>
                                        </p:tav>
                                      </p:tavLst>
                                    </p:anim>
                                  </p:childTnLst>
                                </p:cTn>
                              </p:par>
                              <p:par>
                                <p:cTn id="69" presetID="2" presetClass="entr" presetSubtype="4" decel="100000" fill="hold" nodeType="withEffect">
                                  <p:stCondLst>
                                    <p:cond delay="250"/>
                                  </p:stCondLst>
                                  <p:childTnLst>
                                    <p:set>
                                      <p:cBhvr>
                                        <p:cTn id="70" dur="1" fill="hold">
                                          <p:stCondLst>
                                            <p:cond delay="0"/>
                                          </p:stCondLst>
                                        </p:cTn>
                                        <p:tgtEl>
                                          <p:spTgt spid="64"/>
                                        </p:tgtEl>
                                        <p:attrNameLst>
                                          <p:attrName>style.visibility</p:attrName>
                                        </p:attrNameLst>
                                      </p:cBhvr>
                                      <p:to>
                                        <p:strVal val="visible"/>
                                      </p:to>
                                    </p:set>
                                    <p:anim calcmode="lin" valueType="num">
                                      <p:cBhvr additive="base">
                                        <p:cTn id="71" dur="1500" fill="hold"/>
                                        <p:tgtEl>
                                          <p:spTgt spid="64"/>
                                        </p:tgtEl>
                                        <p:attrNameLst>
                                          <p:attrName>ppt_x</p:attrName>
                                        </p:attrNameLst>
                                      </p:cBhvr>
                                      <p:tavLst>
                                        <p:tav tm="0">
                                          <p:val>
                                            <p:strVal val="#ppt_x"/>
                                          </p:val>
                                        </p:tav>
                                        <p:tav tm="100000">
                                          <p:val>
                                            <p:strVal val="#ppt_x"/>
                                          </p:val>
                                        </p:tav>
                                      </p:tavLst>
                                    </p:anim>
                                    <p:anim calcmode="lin" valueType="num">
                                      <p:cBhvr additive="base">
                                        <p:cTn id="72" dur="1500" fill="hold"/>
                                        <p:tgtEl>
                                          <p:spTgt spid="64"/>
                                        </p:tgtEl>
                                        <p:attrNameLst>
                                          <p:attrName>ppt_y</p:attrName>
                                        </p:attrNameLst>
                                      </p:cBhvr>
                                      <p:tavLst>
                                        <p:tav tm="0">
                                          <p:val>
                                            <p:strVal val="1+#ppt_h/2"/>
                                          </p:val>
                                        </p:tav>
                                        <p:tav tm="100000">
                                          <p:val>
                                            <p:strVal val="#ppt_y"/>
                                          </p:val>
                                        </p:tav>
                                      </p:tavLst>
                                    </p:anim>
                                  </p:childTnLst>
                                </p:cTn>
                              </p:par>
                              <p:par>
                                <p:cTn id="73" presetID="2" presetClass="entr" presetSubtype="4" decel="100000" fill="hold" grpId="0" nodeType="withEffect">
                                  <p:stCondLst>
                                    <p:cond delay="250"/>
                                  </p:stCondLst>
                                  <p:childTnLst>
                                    <p:set>
                                      <p:cBhvr>
                                        <p:cTn id="74" dur="1" fill="hold">
                                          <p:stCondLst>
                                            <p:cond delay="0"/>
                                          </p:stCondLst>
                                        </p:cTn>
                                        <p:tgtEl>
                                          <p:spTgt spid="4">
                                            <p:txEl>
                                              <p:charRg st="4294967295" end="4294967295"/>
                                            </p:txEl>
                                          </p:spTgt>
                                        </p:tgtEl>
                                        <p:attrNameLst>
                                          <p:attrName>style.visibility</p:attrName>
                                        </p:attrNameLst>
                                      </p:cBhvr>
                                      <p:to>
                                        <p:strVal val="visible"/>
                                      </p:to>
                                    </p:set>
                                    <p:anim calcmode="lin" valueType="num">
                                      <p:cBhvr additive="base">
                                        <p:cTn id="75" dur="1500" fill="hold"/>
                                        <p:tgtEl>
                                          <p:spTgt spid="4">
                                            <p:txEl>
                                              <p:charRg st="4294967295" end="4294967295"/>
                                            </p:txEl>
                                          </p:spTgt>
                                        </p:tgtEl>
                                        <p:attrNameLst>
                                          <p:attrName>ppt_x</p:attrName>
                                        </p:attrNameLst>
                                      </p:cBhvr>
                                      <p:tavLst>
                                        <p:tav tm="0">
                                          <p:val>
                                            <p:strVal val="#ppt_x"/>
                                          </p:val>
                                        </p:tav>
                                        <p:tav tm="100000">
                                          <p:val>
                                            <p:strVal val="#ppt_x"/>
                                          </p:val>
                                        </p:tav>
                                      </p:tavLst>
                                    </p:anim>
                                    <p:anim calcmode="lin" valueType="num">
                                      <p:cBhvr additive="base">
                                        <p:cTn id="76" dur="1500" fill="hold"/>
                                        <p:tgtEl>
                                          <p:spTgt spid="4">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autoUpdateAnimBg="0"/>
      <p:bldP spid="8" grpId="0" autoUpdateAnimBg="0"/>
      <p:bldP spid="9" grpId="0" autoUpdateAnimBg="0"/>
      <p:bldP spid="10" grpId="0" autoUpdateAnimBg="0"/>
      <p:bldP spid="11" grpId="0" autoUpdateAnimBg="0"/>
      <p:bldP spid="50" grpId="0" autoUpdateAnimBg="0"/>
      <p:bldP spid="55" grpId="0" autoUpdateAnimBg="0"/>
      <p:bldP spid="56" grpId="0" bldLvl="0" animBg="1" autoUpdateAnimBg="0"/>
      <p:bldP spid="60" grpId="0" autoUpdateAnimBg="0"/>
      <p:bldP spid="61" grpId="0" autoUpdateAnimBg="0"/>
      <p:bldP spid="4"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stretch>
            <a:fillRect/>
          </a:stretch>
        </p:blipFill>
        <p:spPr>
          <a:xfrm>
            <a:off x="1983874" y="-222216"/>
            <a:ext cx="8371894" cy="8371894"/>
          </a:xfrm>
          <a:prstGeom prst="rect">
            <a:avLst/>
          </a:prstGeom>
        </p:spPr>
      </p:pic>
      <p:grpSp>
        <p:nvGrpSpPr>
          <p:cNvPr id="7" name="PA_库_组合 6"/>
          <p:cNvGrpSpPr/>
          <p:nvPr>
            <p:custDataLst>
              <p:tags r:id="rId2"/>
            </p:custDataLst>
          </p:nvPr>
        </p:nvGrpSpPr>
        <p:grpSpPr>
          <a:xfrm>
            <a:off x="1182990" y="1796381"/>
            <a:ext cx="869947" cy="812318"/>
            <a:chOff x="6546853" y="1310911"/>
            <a:chExt cx="939797" cy="877541"/>
          </a:xfrm>
        </p:grpSpPr>
        <p:grpSp>
          <p:nvGrpSpPr>
            <p:cNvPr id="8" name="组合 7"/>
            <p:cNvGrpSpPr/>
            <p:nvPr/>
          </p:nvGrpSpPr>
          <p:grpSpPr>
            <a:xfrm>
              <a:off x="6546853" y="1310911"/>
              <a:ext cx="939797" cy="877541"/>
              <a:chOff x="6546853" y="1989140"/>
              <a:chExt cx="2046442" cy="1910878"/>
            </a:xfrm>
          </p:grpSpPr>
          <p:sp>
            <p:nvSpPr>
              <p:cNvPr id="10" name="矩形: 圆角 9"/>
              <p:cNvSpPr/>
              <p:nvPr/>
            </p:nvSpPr>
            <p:spPr>
              <a:xfrm>
                <a:off x="6686756" y="2086134"/>
                <a:ext cx="1906539" cy="181388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11" name="组合 10"/>
              <p:cNvGrpSpPr/>
              <p:nvPr/>
            </p:nvGrpSpPr>
            <p:grpSpPr>
              <a:xfrm>
                <a:off x="6546853" y="1989140"/>
                <a:ext cx="1884364" cy="1785939"/>
                <a:chOff x="6546853" y="1989140"/>
                <a:chExt cx="1884364" cy="1785939"/>
              </a:xfrm>
            </p:grpSpPr>
            <p:sp>
              <p:nvSpPr>
                <p:cNvPr id="12"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3"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4"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15"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16"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9" name="文本框 8"/>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01</a:t>
              </a:r>
              <a:endParaRPr lang="zh-CN" altLang="en-US" sz="2400">
                <a:solidFill>
                  <a:schemeClr val="bg1"/>
                </a:solidFill>
                <a:latin typeface="华文细黑" panose="02010600040101010101" pitchFamily="2" charset="-122"/>
                <a:ea typeface="华文细黑" panose="02010600040101010101" pitchFamily="2" charset="-122"/>
              </a:endParaRPr>
            </a:p>
          </p:txBody>
        </p:sp>
      </p:grpSp>
      <p:grpSp>
        <p:nvGrpSpPr>
          <p:cNvPr id="17" name="PA_库_组合 16"/>
          <p:cNvGrpSpPr/>
          <p:nvPr>
            <p:custDataLst>
              <p:tags r:id="rId3"/>
            </p:custDataLst>
          </p:nvPr>
        </p:nvGrpSpPr>
        <p:grpSpPr>
          <a:xfrm>
            <a:off x="1182990" y="4291157"/>
            <a:ext cx="869947" cy="812318"/>
            <a:chOff x="6546853" y="1310911"/>
            <a:chExt cx="939797" cy="877541"/>
          </a:xfrm>
        </p:grpSpPr>
        <p:grpSp>
          <p:nvGrpSpPr>
            <p:cNvPr id="18" name="组合 17"/>
            <p:cNvGrpSpPr/>
            <p:nvPr/>
          </p:nvGrpSpPr>
          <p:grpSpPr>
            <a:xfrm>
              <a:off x="6546853" y="1310911"/>
              <a:ext cx="939797" cy="877541"/>
              <a:chOff x="6546853" y="1989140"/>
              <a:chExt cx="2046442" cy="1910878"/>
            </a:xfrm>
          </p:grpSpPr>
          <p:sp>
            <p:nvSpPr>
              <p:cNvPr id="20" name="矩形: 圆角 19"/>
              <p:cNvSpPr/>
              <p:nvPr/>
            </p:nvSpPr>
            <p:spPr>
              <a:xfrm>
                <a:off x="6686756" y="2086134"/>
                <a:ext cx="1906539" cy="18138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1" name="组合 20"/>
              <p:cNvGrpSpPr/>
              <p:nvPr/>
            </p:nvGrpSpPr>
            <p:grpSpPr>
              <a:xfrm>
                <a:off x="6546853" y="1989140"/>
                <a:ext cx="1884364" cy="1785939"/>
                <a:chOff x="6546853" y="1989140"/>
                <a:chExt cx="1884364" cy="1785939"/>
              </a:xfrm>
            </p:grpSpPr>
            <p:sp>
              <p:nvSpPr>
                <p:cNvPr id="22"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23"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4"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25"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26"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19" name="文本框 18"/>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02</a:t>
              </a:r>
              <a:endParaRPr lang="zh-CN" altLang="en-US" sz="2400">
                <a:solidFill>
                  <a:schemeClr val="bg1"/>
                </a:solidFill>
                <a:latin typeface="华文细黑" panose="02010600040101010101" pitchFamily="2" charset="-122"/>
                <a:ea typeface="华文细黑" panose="02010600040101010101" pitchFamily="2" charset="-122"/>
              </a:endParaRPr>
            </a:p>
          </p:txBody>
        </p:sp>
      </p:grpSp>
      <p:grpSp>
        <p:nvGrpSpPr>
          <p:cNvPr id="27" name="PA_库_组合 26"/>
          <p:cNvGrpSpPr/>
          <p:nvPr>
            <p:custDataLst>
              <p:tags r:id="rId4"/>
            </p:custDataLst>
          </p:nvPr>
        </p:nvGrpSpPr>
        <p:grpSpPr>
          <a:xfrm>
            <a:off x="7849900" y="1741920"/>
            <a:ext cx="869947" cy="812318"/>
            <a:chOff x="6546853" y="1310911"/>
            <a:chExt cx="939797" cy="877541"/>
          </a:xfrm>
        </p:grpSpPr>
        <p:grpSp>
          <p:nvGrpSpPr>
            <p:cNvPr id="28" name="组合 27"/>
            <p:cNvGrpSpPr/>
            <p:nvPr/>
          </p:nvGrpSpPr>
          <p:grpSpPr>
            <a:xfrm>
              <a:off x="6546853" y="1310911"/>
              <a:ext cx="939797" cy="877541"/>
              <a:chOff x="6546853" y="1989140"/>
              <a:chExt cx="2046442" cy="1910878"/>
            </a:xfrm>
          </p:grpSpPr>
          <p:sp>
            <p:nvSpPr>
              <p:cNvPr id="30" name="矩形: 圆角 29"/>
              <p:cNvSpPr/>
              <p:nvPr/>
            </p:nvSpPr>
            <p:spPr>
              <a:xfrm>
                <a:off x="6686756" y="2086134"/>
                <a:ext cx="1906539" cy="18138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31" name="组合 30"/>
              <p:cNvGrpSpPr/>
              <p:nvPr/>
            </p:nvGrpSpPr>
            <p:grpSpPr>
              <a:xfrm>
                <a:off x="6546853" y="1989140"/>
                <a:ext cx="1884364" cy="1785939"/>
                <a:chOff x="6546853" y="1989140"/>
                <a:chExt cx="1884364" cy="1785939"/>
              </a:xfrm>
            </p:grpSpPr>
            <p:sp>
              <p:nvSpPr>
                <p:cNvPr id="32"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33"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4"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35"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36"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29" name="文本框 28"/>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03</a:t>
              </a:r>
              <a:endParaRPr lang="zh-CN" altLang="en-US" sz="2400">
                <a:solidFill>
                  <a:schemeClr val="bg1"/>
                </a:solidFill>
                <a:latin typeface="华文细黑" panose="02010600040101010101" pitchFamily="2" charset="-122"/>
                <a:ea typeface="华文细黑" panose="02010600040101010101" pitchFamily="2" charset="-122"/>
              </a:endParaRPr>
            </a:p>
          </p:txBody>
        </p:sp>
      </p:grpSp>
      <p:grpSp>
        <p:nvGrpSpPr>
          <p:cNvPr id="37" name="PA_库_组合 36"/>
          <p:cNvGrpSpPr/>
          <p:nvPr>
            <p:custDataLst>
              <p:tags r:id="rId5"/>
            </p:custDataLst>
          </p:nvPr>
        </p:nvGrpSpPr>
        <p:grpSpPr>
          <a:xfrm>
            <a:off x="7819955" y="4292207"/>
            <a:ext cx="869947" cy="812318"/>
            <a:chOff x="6546853" y="1310911"/>
            <a:chExt cx="939797" cy="877541"/>
          </a:xfrm>
        </p:grpSpPr>
        <p:grpSp>
          <p:nvGrpSpPr>
            <p:cNvPr id="38" name="组合 37"/>
            <p:cNvGrpSpPr/>
            <p:nvPr/>
          </p:nvGrpSpPr>
          <p:grpSpPr>
            <a:xfrm>
              <a:off x="6546853" y="1310911"/>
              <a:ext cx="939797" cy="877541"/>
              <a:chOff x="6546853" y="1989140"/>
              <a:chExt cx="2046442" cy="1910878"/>
            </a:xfrm>
          </p:grpSpPr>
          <p:sp>
            <p:nvSpPr>
              <p:cNvPr id="40" name="矩形: 圆角 39"/>
              <p:cNvSpPr/>
              <p:nvPr/>
            </p:nvSpPr>
            <p:spPr>
              <a:xfrm>
                <a:off x="6686756" y="2086134"/>
                <a:ext cx="1906539" cy="1813884"/>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41" name="组合 40"/>
              <p:cNvGrpSpPr/>
              <p:nvPr/>
            </p:nvGrpSpPr>
            <p:grpSpPr>
              <a:xfrm>
                <a:off x="6546853" y="1989140"/>
                <a:ext cx="1884364" cy="1785939"/>
                <a:chOff x="6546853" y="1989140"/>
                <a:chExt cx="1884364" cy="1785939"/>
              </a:xfrm>
            </p:grpSpPr>
            <p:sp>
              <p:nvSpPr>
                <p:cNvPr id="42" name="Freeform 31"/>
                <p:cNvSpPr/>
                <p:nvPr/>
              </p:nvSpPr>
              <p:spPr bwMode="auto">
                <a:xfrm>
                  <a:off x="6708779" y="3473454"/>
                  <a:ext cx="1722438" cy="301625"/>
                </a:xfrm>
                <a:custGeom>
                  <a:avLst/>
                  <a:gdLst>
                    <a:gd name="T0" fmla="*/ 404 w 404"/>
                    <a:gd name="T1" fmla="*/ 0 h 71"/>
                    <a:gd name="T2" fmla="*/ 404 w 404"/>
                    <a:gd name="T3" fmla="*/ 22 h 71"/>
                    <a:gd name="T4" fmla="*/ 357 w 404"/>
                    <a:gd name="T5" fmla="*/ 71 h 71"/>
                    <a:gd name="T6" fmla="*/ 8 w 404"/>
                    <a:gd name="T7" fmla="*/ 71 h 71"/>
                    <a:gd name="T8" fmla="*/ 0 w 404"/>
                    <a:gd name="T9" fmla="*/ 70 h 71"/>
                  </a:gdLst>
                  <a:ahLst/>
                  <a:cxnLst>
                    <a:cxn ang="0">
                      <a:pos x="T0" y="T1"/>
                    </a:cxn>
                    <a:cxn ang="0">
                      <a:pos x="T2" y="T3"/>
                    </a:cxn>
                    <a:cxn ang="0">
                      <a:pos x="T4" y="T5"/>
                    </a:cxn>
                    <a:cxn ang="0">
                      <a:pos x="T6" y="T7"/>
                    </a:cxn>
                    <a:cxn ang="0">
                      <a:pos x="T8" y="T9"/>
                    </a:cxn>
                  </a:cxnLst>
                  <a:rect l="0" t="0" r="r" b="b"/>
                  <a:pathLst>
                    <a:path w="404" h="71">
                      <a:moveTo>
                        <a:pt x="404" y="0"/>
                      </a:moveTo>
                      <a:cubicBezTo>
                        <a:pt x="404" y="22"/>
                        <a:pt x="404" y="22"/>
                        <a:pt x="404" y="22"/>
                      </a:cubicBezTo>
                      <a:cubicBezTo>
                        <a:pt x="404" y="49"/>
                        <a:pt x="383" y="71"/>
                        <a:pt x="357" y="71"/>
                      </a:cubicBezTo>
                      <a:cubicBezTo>
                        <a:pt x="8" y="71"/>
                        <a:pt x="8" y="71"/>
                        <a:pt x="8" y="71"/>
                      </a:cubicBezTo>
                      <a:cubicBezTo>
                        <a:pt x="6" y="71"/>
                        <a:pt x="3" y="70"/>
                        <a:pt x="0" y="70"/>
                      </a:cubicBez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43" name="Line 38"/>
                <p:cNvSpPr>
                  <a:spLocks noChangeShapeType="1"/>
                </p:cNvSpPr>
                <p:nvPr/>
              </p:nvSpPr>
              <p:spPr bwMode="auto">
                <a:xfrm flipH="1">
                  <a:off x="7518404" y="3775079"/>
                  <a:ext cx="328613" cy="0"/>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4" name="Line 44"/>
                <p:cNvSpPr>
                  <a:spLocks noChangeShapeType="1"/>
                </p:cNvSpPr>
                <p:nvPr/>
              </p:nvSpPr>
              <p:spPr bwMode="auto">
                <a:xfrm flipV="1">
                  <a:off x="6546854" y="2547940"/>
                  <a:ext cx="0" cy="136525"/>
                </a:xfrm>
                <a:prstGeom prst="line">
                  <a:avLst/>
                </a:prstGeom>
                <a:noFill/>
                <a:ln w="52388" cap="rnd">
                  <a:solidFill>
                    <a:srgbClr val="000000"/>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600"/>
                </a:p>
              </p:txBody>
            </p:sp>
            <p:sp>
              <p:nvSpPr>
                <p:cNvPr id="45" name="Freeform 45"/>
                <p:cNvSpPr/>
                <p:nvPr/>
              </p:nvSpPr>
              <p:spPr bwMode="auto">
                <a:xfrm>
                  <a:off x="6546853" y="2841940"/>
                  <a:ext cx="161967" cy="929965"/>
                </a:xfrm>
                <a:custGeom>
                  <a:avLst/>
                  <a:gdLst>
                    <a:gd name="T0" fmla="*/ 238 w 238"/>
                    <a:gd name="T1" fmla="*/ 47 h 278"/>
                    <a:gd name="T2" fmla="*/ 219 w 238"/>
                    <a:gd name="T3" fmla="*/ 13 h 278"/>
                    <a:gd name="T4" fmla="*/ 186 w 238"/>
                    <a:gd name="T5" fmla="*/ 13 h 278"/>
                    <a:gd name="T6" fmla="*/ 38 w 238"/>
                    <a:gd name="T7" fmla="*/ 278 h 278"/>
                    <a:gd name="T8" fmla="*/ 0 w 238"/>
                    <a:gd name="T9" fmla="*/ 230 h 278"/>
                    <a:gd name="T10" fmla="*/ 0 w 238"/>
                    <a:gd name="T11" fmla="*/ 60 h 278"/>
                    <a:gd name="connsiteX0" fmla="*/ 9202 w 9202"/>
                    <a:gd name="connsiteY0" fmla="*/ 351 h 9883"/>
                    <a:gd name="connsiteX1" fmla="*/ 7815 w 9202"/>
                    <a:gd name="connsiteY1" fmla="*/ 351 h 9883"/>
                    <a:gd name="connsiteX2" fmla="*/ 1597 w 9202"/>
                    <a:gd name="connsiteY2" fmla="*/ 9883 h 9883"/>
                    <a:gd name="connsiteX3" fmla="*/ 0 w 9202"/>
                    <a:gd name="connsiteY3" fmla="*/ 8156 h 9883"/>
                    <a:gd name="connsiteX4" fmla="*/ 0 w 9202"/>
                    <a:gd name="connsiteY4" fmla="*/ 2041 h 9883"/>
                    <a:gd name="connsiteX0-1" fmla="*/ 8493 w 8493"/>
                    <a:gd name="connsiteY0-2" fmla="*/ 0 h 9645"/>
                    <a:gd name="connsiteX1-3" fmla="*/ 1735 w 8493"/>
                    <a:gd name="connsiteY1-4" fmla="*/ 9645 h 9645"/>
                    <a:gd name="connsiteX2-5" fmla="*/ 0 w 8493"/>
                    <a:gd name="connsiteY2-6" fmla="*/ 7898 h 9645"/>
                    <a:gd name="connsiteX3-7" fmla="*/ 0 w 8493"/>
                    <a:gd name="connsiteY3-8" fmla="*/ 1710 h 9645"/>
                    <a:gd name="connsiteX0-9" fmla="*/ 2043 w 2043"/>
                    <a:gd name="connsiteY0-10" fmla="*/ 8227 h 8227"/>
                    <a:gd name="connsiteX1-11" fmla="*/ 0 w 2043"/>
                    <a:gd name="connsiteY1-12" fmla="*/ 6416 h 8227"/>
                    <a:gd name="connsiteX2-13" fmla="*/ 0 w 2043"/>
                    <a:gd name="connsiteY2-14" fmla="*/ 0 h 8227"/>
                  </a:gdLst>
                  <a:ahLst/>
                  <a:cxnLst>
                    <a:cxn ang="0">
                      <a:pos x="connsiteX0-1" y="connsiteY0-2"/>
                    </a:cxn>
                    <a:cxn ang="0">
                      <a:pos x="connsiteX1-3" y="connsiteY1-4"/>
                    </a:cxn>
                    <a:cxn ang="0">
                      <a:pos x="connsiteX2-5" y="connsiteY2-6"/>
                    </a:cxn>
                  </a:cxnLst>
                  <a:rect l="l" t="t" r="r" b="b"/>
                  <a:pathLst>
                    <a:path w="2043" h="8227">
                      <a:moveTo>
                        <a:pt x="2043" y="8227"/>
                      </a:moveTo>
                      <a:cubicBezTo>
                        <a:pt x="914" y="8076"/>
                        <a:pt x="0" y="7322"/>
                        <a:pt x="0" y="6416"/>
                      </a:cubicBezTo>
                      <a:lnTo>
                        <a:pt x="0" y="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sp>
              <p:nvSpPr>
                <p:cNvPr id="46" name="Freeform 43"/>
                <p:cNvSpPr/>
                <p:nvPr/>
              </p:nvSpPr>
              <p:spPr bwMode="auto">
                <a:xfrm>
                  <a:off x="6546854" y="1989140"/>
                  <a:ext cx="1884363" cy="1484314"/>
                </a:xfrm>
                <a:custGeom>
                  <a:avLst/>
                  <a:gdLst>
                    <a:gd name="T0" fmla="*/ 0 w 442"/>
                    <a:gd name="T1" fmla="*/ 72 h 348"/>
                    <a:gd name="T2" fmla="*/ 0 w 442"/>
                    <a:gd name="T3" fmla="*/ 49 h 348"/>
                    <a:gd name="T4" fmla="*/ 46 w 442"/>
                    <a:gd name="T5" fmla="*/ 0 h 348"/>
                    <a:gd name="T6" fmla="*/ 395 w 442"/>
                    <a:gd name="T7" fmla="*/ 0 h 348"/>
                    <a:gd name="T8" fmla="*/ 442 w 442"/>
                    <a:gd name="T9" fmla="*/ 49 h 348"/>
                    <a:gd name="T10" fmla="*/ 442 w 442"/>
                    <a:gd name="T11" fmla="*/ 348 h 348"/>
                    <a:gd name="T12" fmla="*/ 410 w 442"/>
                    <a:gd name="T13" fmla="*/ 291 h 348"/>
                    <a:gd name="connsiteX0" fmla="*/ 0 w 10000"/>
                    <a:gd name="connsiteY0" fmla="*/ 2069 h 10000"/>
                    <a:gd name="connsiteX1" fmla="*/ 0 w 10000"/>
                    <a:gd name="connsiteY1" fmla="*/ 1408 h 10000"/>
                    <a:gd name="connsiteX2" fmla="*/ 1041 w 10000"/>
                    <a:gd name="connsiteY2" fmla="*/ 0 h 10000"/>
                    <a:gd name="connsiteX3" fmla="*/ 8937 w 10000"/>
                    <a:gd name="connsiteY3" fmla="*/ 0 h 10000"/>
                    <a:gd name="connsiteX4" fmla="*/ 10000 w 10000"/>
                    <a:gd name="connsiteY4" fmla="*/ 1408 h 10000"/>
                    <a:gd name="connsiteX5" fmla="*/ 1000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2069"/>
                      </a:moveTo>
                      <a:lnTo>
                        <a:pt x="0" y="1408"/>
                      </a:lnTo>
                      <a:cubicBezTo>
                        <a:pt x="0" y="632"/>
                        <a:pt x="475" y="0"/>
                        <a:pt x="1041" y="0"/>
                      </a:cubicBezTo>
                      <a:lnTo>
                        <a:pt x="8937" y="0"/>
                      </a:lnTo>
                      <a:cubicBezTo>
                        <a:pt x="9525" y="0"/>
                        <a:pt x="10000" y="632"/>
                        <a:pt x="10000" y="1408"/>
                      </a:cubicBezTo>
                      <a:lnTo>
                        <a:pt x="10000" y="10000"/>
                      </a:lnTo>
                    </a:path>
                  </a:pathLst>
                </a:custGeom>
                <a:noFill/>
                <a:ln w="52388" cap="rnd">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600"/>
                </a:p>
              </p:txBody>
            </p:sp>
          </p:grpSp>
        </p:grpSp>
        <p:sp>
          <p:nvSpPr>
            <p:cNvPr id="39" name="文本框 38"/>
            <p:cNvSpPr txBox="1"/>
            <p:nvPr/>
          </p:nvSpPr>
          <p:spPr>
            <a:xfrm>
              <a:off x="6690340" y="1498160"/>
              <a:ext cx="621393" cy="498733"/>
            </a:xfrm>
            <a:prstGeom prst="rect">
              <a:avLst/>
            </a:prstGeom>
            <a:noFill/>
          </p:spPr>
          <p:txBody>
            <a:bodyPr wrap="square" rtlCol="0">
              <a:spAutoFit/>
            </a:bodyPr>
            <a:lstStyle/>
            <a:p>
              <a:pPr algn="dist"/>
              <a:r>
                <a:rPr lang="en-US" altLang="zh-CN" sz="2400">
                  <a:solidFill>
                    <a:schemeClr val="bg1"/>
                  </a:solidFill>
                  <a:latin typeface="华文细黑" panose="02010600040101010101" pitchFamily="2" charset="-122"/>
                  <a:ea typeface="华文细黑" panose="02010600040101010101" pitchFamily="2" charset="-122"/>
                </a:rPr>
                <a:t>04</a:t>
              </a:r>
              <a:endParaRPr lang="zh-CN" altLang="en-US" sz="2400">
                <a:solidFill>
                  <a:schemeClr val="bg1"/>
                </a:solidFill>
                <a:latin typeface="华文细黑" panose="02010600040101010101" pitchFamily="2" charset="-122"/>
                <a:ea typeface="华文细黑" panose="02010600040101010101" pitchFamily="2" charset="-122"/>
              </a:endParaRPr>
            </a:p>
          </p:txBody>
        </p:sp>
      </p:grpSp>
      <p:sp>
        <p:nvSpPr>
          <p:cNvPr id="47" name="PA_库_矩形 46"/>
          <p:cNvSpPr/>
          <p:nvPr>
            <p:custDataLst>
              <p:tags r:id="rId6"/>
            </p:custDataLst>
          </p:nvPr>
        </p:nvSpPr>
        <p:spPr>
          <a:xfrm>
            <a:off x="2126286" y="1732119"/>
            <a:ext cx="2474122" cy="461665"/>
          </a:xfrm>
          <a:prstGeom prst="rect">
            <a:avLst/>
          </a:prstGeom>
        </p:spPr>
        <p:txBody>
          <a:bodyPr wrap="square">
            <a:spAutoFit/>
          </a:bodyPr>
          <a:lstStyle/>
          <a:p>
            <a:r>
              <a:rPr lang="en-US" altLang="zh-CN" sz="2400" dirty="0">
                <a:solidFill>
                  <a:schemeClr val="tx1">
                    <a:lumMod val="75000"/>
                    <a:lumOff val="25000"/>
                  </a:schemeClr>
                </a:solidFill>
                <a:latin typeface="华文细黑" panose="02010600040101010101" pitchFamily="2" charset="-122"/>
                <a:ea typeface="华文细黑" panose="02010600040101010101" pitchFamily="2" charset="-122"/>
              </a:rPr>
              <a:t>OS</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51" name="PA_库_矩形 50"/>
          <p:cNvSpPr/>
          <p:nvPr>
            <p:custDataLst>
              <p:tags r:id="rId7"/>
            </p:custDataLst>
          </p:nvPr>
        </p:nvSpPr>
        <p:spPr>
          <a:xfrm>
            <a:off x="2172833" y="2212951"/>
            <a:ext cx="2474122" cy="553085"/>
          </a:xfrm>
          <a:prstGeom prst="rect">
            <a:avLst/>
          </a:prstGeom>
        </p:spPr>
        <p:txBody>
          <a:bodyPr wrap="square">
            <a:spAutoFit/>
          </a:bodyPr>
          <a:lstStyle/>
          <a:p>
            <a:pPr>
              <a:lnSpc>
                <a:spcPct val="150000"/>
              </a:lnSpc>
            </a:pPr>
            <a:r>
              <a:rPr lang="en-US" altLang="zh-CN" sz="2000" dirty="0">
                <a:solidFill>
                  <a:schemeClr val="tx1">
                    <a:lumMod val="65000"/>
                    <a:lumOff val="35000"/>
                  </a:schemeClr>
                </a:solidFill>
                <a:latin typeface="华文细黑" panose="02010600040101010101" pitchFamily="2" charset="-122"/>
                <a:ea typeface="华文细黑" panose="02010600040101010101" pitchFamily="2" charset="-122"/>
              </a:rPr>
              <a:t>macOS BigSur</a:t>
            </a:r>
            <a:endParaRPr lang="en-US" altLang="zh-CN" sz="2000"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52" name="PA_库_矩形 51"/>
          <p:cNvSpPr/>
          <p:nvPr>
            <p:custDataLst>
              <p:tags r:id="rId8"/>
            </p:custDataLst>
          </p:nvPr>
        </p:nvSpPr>
        <p:spPr>
          <a:xfrm>
            <a:off x="2089227" y="4162430"/>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数据库</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53" name="PA_库_矩形 52"/>
          <p:cNvSpPr/>
          <p:nvPr>
            <p:custDataLst>
              <p:tags r:id="rId9"/>
            </p:custDataLst>
          </p:nvPr>
        </p:nvSpPr>
        <p:spPr>
          <a:xfrm>
            <a:off x="2135774" y="4643262"/>
            <a:ext cx="2474122" cy="872868"/>
          </a:xfrm>
          <a:prstGeom prst="rect">
            <a:avLst/>
          </a:prstGeom>
        </p:spPr>
        <p:txBody>
          <a:bodyPr wrap="square">
            <a:spAutoFit/>
          </a:bodyPr>
          <a:lstStyle/>
          <a:p>
            <a:pPr>
              <a:lnSpc>
                <a:spcPct val="150000"/>
              </a:lnSpc>
            </a:pPr>
            <a:r>
              <a:rPr lang="en-US" altLang="zh-CN" dirty="0" err="1">
                <a:solidFill>
                  <a:schemeClr val="tx1">
                    <a:lumMod val="65000"/>
                    <a:lumOff val="35000"/>
                  </a:schemeClr>
                </a:solidFill>
                <a:latin typeface="华文细黑" panose="02010600040101010101" pitchFamily="2" charset="-122"/>
                <a:ea typeface="华文细黑" panose="02010600040101010101" pitchFamily="2" charset="-122"/>
              </a:rPr>
              <a:t>Mysql</a:t>
            </a:r>
            <a:r>
              <a:rPr lang="en-US" altLang="zh-CN" dirty="0">
                <a:solidFill>
                  <a:schemeClr val="tx1">
                    <a:lumMod val="65000"/>
                    <a:lumOff val="35000"/>
                  </a:schemeClr>
                </a:solidFill>
                <a:latin typeface="华文细黑" panose="02010600040101010101" pitchFamily="2" charset="-122"/>
                <a:ea typeface="华文细黑" panose="02010600040101010101" pitchFamily="2" charset="-122"/>
              </a:rPr>
              <a:t> 5.7</a:t>
            </a:r>
            <a:endParaRPr lang="en-US" altLang="zh-CN" dirty="0">
              <a:solidFill>
                <a:schemeClr val="tx1">
                  <a:lumMod val="65000"/>
                  <a:lumOff val="35000"/>
                </a:schemeClr>
              </a:solidFill>
              <a:latin typeface="华文细黑" panose="02010600040101010101" pitchFamily="2" charset="-122"/>
              <a:ea typeface="华文细黑" panose="02010600040101010101" pitchFamily="2" charset="-122"/>
            </a:endParaRPr>
          </a:p>
          <a:p>
            <a:pPr>
              <a:lnSpc>
                <a:spcPct val="150000"/>
              </a:lnSpc>
            </a:pPr>
            <a:r>
              <a:rPr lang="zh-CN" altLang="en-US" dirty="0">
                <a:solidFill>
                  <a:schemeClr val="tx1">
                    <a:lumMod val="65000"/>
                    <a:lumOff val="35000"/>
                  </a:schemeClr>
                </a:solidFill>
                <a:latin typeface="华文细黑" panose="02010600040101010101" pitchFamily="2" charset="-122"/>
                <a:ea typeface="华文细黑" panose="02010600040101010101" pitchFamily="2" charset="-122"/>
              </a:rPr>
              <a:t>数据库管理 </a:t>
            </a:r>
            <a:r>
              <a:rPr lang="en-US" altLang="zh-CN" dirty="0" err="1">
                <a:solidFill>
                  <a:schemeClr val="tx1">
                    <a:lumMod val="65000"/>
                    <a:lumOff val="35000"/>
                  </a:schemeClr>
                </a:solidFill>
                <a:latin typeface="华文细黑" panose="02010600040101010101" pitchFamily="2" charset="-122"/>
                <a:ea typeface="华文细黑" panose="02010600040101010101" pitchFamily="2" charset="-122"/>
              </a:rPr>
              <a:t>navicat</a:t>
            </a:r>
            <a:endParaRPr lang="zh-CN" altLang="en-US"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54" name="PA_库_矩形 53"/>
          <p:cNvSpPr/>
          <p:nvPr>
            <p:custDataLst>
              <p:tags r:id="rId10"/>
            </p:custDataLst>
          </p:nvPr>
        </p:nvSpPr>
        <p:spPr>
          <a:xfrm>
            <a:off x="8872140" y="1697243"/>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实现语言、</a:t>
            </a:r>
            <a:r>
              <a:rPr lang="en-US" altLang="zh-CN" sz="2400" dirty="0" err="1">
                <a:solidFill>
                  <a:schemeClr val="tx1">
                    <a:lumMod val="75000"/>
                    <a:lumOff val="25000"/>
                  </a:schemeClr>
                </a:solidFill>
                <a:latin typeface="华文细黑" panose="02010600040101010101" pitchFamily="2" charset="-122"/>
                <a:ea typeface="华文细黑" panose="02010600040101010101" pitchFamily="2" charset="-122"/>
              </a:rPr>
              <a:t>jdk</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55" name="PA_库_矩形 54"/>
          <p:cNvSpPr/>
          <p:nvPr>
            <p:custDataLst>
              <p:tags r:id="rId11"/>
            </p:custDataLst>
          </p:nvPr>
        </p:nvSpPr>
        <p:spPr>
          <a:xfrm>
            <a:off x="8918687" y="2178075"/>
            <a:ext cx="2474122" cy="872868"/>
          </a:xfrm>
          <a:prstGeom prst="rect">
            <a:avLst/>
          </a:prstGeom>
        </p:spPr>
        <p:txBody>
          <a:bodyPr wrap="square">
            <a:spAutoFit/>
          </a:bodyPr>
          <a:lstStyle/>
          <a:p>
            <a:pPr>
              <a:lnSpc>
                <a:spcPct val="150000"/>
              </a:lnSpc>
            </a:pPr>
            <a:r>
              <a:rPr lang="en-US" altLang="zh-CN" dirty="0" err="1">
                <a:solidFill>
                  <a:schemeClr val="tx1">
                    <a:lumMod val="65000"/>
                    <a:lumOff val="35000"/>
                  </a:schemeClr>
                </a:solidFill>
                <a:latin typeface="华文细黑" panose="02010600040101010101" pitchFamily="2" charset="-122"/>
                <a:ea typeface="华文细黑" panose="02010600040101010101" pitchFamily="2" charset="-122"/>
              </a:rPr>
              <a:t>Jdk</a:t>
            </a:r>
            <a:r>
              <a:rPr lang="en-US" altLang="zh-CN" dirty="0">
                <a:solidFill>
                  <a:schemeClr val="tx1">
                    <a:lumMod val="65000"/>
                    <a:lumOff val="35000"/>
                  </a:schemeClr>
                </a:solidFill>
                <a:latin typeface="华文细黑" panose="02010600040101010101" pitchFamily="2" charset="-122"/>
                <a:ea typeface="华文细黑" panose="02010600040101010101" pitchFamily="2" charset="-122"/>
              </a:rPr>
              <a:t> 1.8</a:t>
            </a:r>
            <a:endParaRPr lang="en-US" altLang="zh-CN" dirty="0">
              <a:solidFill>
                <a:schemeClr val="tx1">
                  <a:lumMod val="65000"/>
                  <a:lumOff val="35000"/>
                </a:schemeClr>
              </a:solidFill>
              <a:latin typeface="华文细黑" panose="02010600040101010101" pitchFamily="2" charset="-122"/>
              <a:ea typeface="华文细黑" panose="02010600040101010101" pitchFamily="2" charset="-122"/>
            </a:endParaRPr>
          </a:p>
          <a:p>
            <a:pPr>
              <a:lnSpc>
                <a:spcPct val="150000"/>
              </a:lnSpc>
            </a:pPr>
            <a:r>
              <a:rPr lang="en-US" altLang="zh-CN" dirty="0">
                <a:solidFill>
                  <a:schemeClr val="tx1">
                    <a:lumMod val="65000"/>
                    <a:lumOff val="35000"/>
                  </a:schemeClr>
                </a:solidFill>
                <a:latin typeface="华文细黑" panose="02010600040101010101" pitchFamily="2" charset="-122"/>
                <a:ea typeface="华文细黑" panose="02010600040101010101" pitchFamily="2" charset="-122"/>
              </a:rPr>
              <a:t>java</a:t>
            </a:r>
            <a:endParaRPr lang="zh-CN" altLang="en-US"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56" name="PA_库_矩形 55"/>
          <p:cNvSpPr/>
          <p:nvPr>
            <p:custDataLst>
              <p:tags r:id="rId12"/>
            </p:custDataLst>
          </p:nvPr>
        </p:nvSpPr>
        <p:spPr>
          <a:xfrm>
            <a:off x="8835081" y="4127554"/>
            <a:ext cx="2474122" cy="461665"/>
          </a:xfrm>
          <a:prstGeom prst="rect">
            <a:avLst/>
          </a:prstGeom>
        </p:spPr>
        <p:txBody>
          <a:bodyPr wrap="square">
            <a:spAutoFit/>
          </a:bodyPr>
          <a:lstStyle/>
          <a:p>
            <a:pPr algn="dist"/>
            <a:r>
              <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rPr>
              <a:t>开发平台</a:t>
            </a:r>
            <a:endParaRPr lang="zh-CN" altLang="en-US" sz="2400" dirty="0">
              <a:solidFill>
                <a:schemeClr val="tx1">
                  <a:lumMod val="75000"/>
                  <a:lumOff val="25000"/>
                </a:schemeClr>
              </a:solidFill>
              <a:latin typeface="华文细黑" panose="02010600040101010101" pitchFamily="2" charset="-122"/>
              <a:ea typeface="华文细黑" panose="02010600040101010101" pitchFamily="2" charset="-122"/>
            </a:endParaRPr>
          </a:p>
        </p:txBody>
      </p:sp>
      <p:sp>
        <p:nvSpPr>
          <p:cNvPr id="57" name="PA_库_矩形 56"/>
          <p:cNvSpPr/>
          <p:nvPr>
            <p:custDataLst>
              <p:tags r:id="rId13"/>
            </p:custDataLst>
          </p:nvPr>
        </p:nvSpPr>
        <p:spPr>
          <a:xfrm>
            <a:off x="8881628" y="4608386"/>
            <a:ext cx="2474122" cy="922020"/>
          </a:xfrm>
          <a:prstGeom prst="rect">
            <a:avLst/>
          </a:prstGeom>
        </p:spPr>
        <p:txBody>
          <a:bodyPr wrap="square">
            <a:spAutoFit/>
          </a:bodyPr>
          <a:lstStyle/>
          <a:p>
            <a:pPr>
              <a:lnSpc>
                <a:spcPct val="150000"/>
              </a:lnSpc>
            </a:pPr>
            <a:r>
              <a:rPr lang="en-US" altLang="zh-CN" dirty="0">
                <a:solidFill>
                  <a:schemeClr val="tx1">
                    <a:lumMod val="65000"/>
                    <a:lumOff val="35000"/>
                  </a:schemeClr>
                </a:solidFill>
                <a:latin typeface="华文细黑" panose="02010600040101010101" pitchFamily="2" charset="-122"/>
                <a:ea typeface="华文细黑" panose="02010600040101010101" pitchFamily="2" charset="-122"/>
              </a:rPr>
              <a:t>Intellij</a:t>
            </a:r>
            <a:endParaRPr lang="en-US" altLang="zh-CN" dirty="0">
              <a:solidFill>
                <a:schemeClr val="tx1">
                  <a:lumMod val="65000"/>
                  <a:lumOff val="35000"/>
                </a:schemeClr>
              </a:solidFill>
              <a:latin typeface="华文细黑" panose="02010600040101010101" pitchFamily="2" charset="-122"/>
              <a:ea typeface="华文细黑" panose="02010600040101010101" pitchFamily="2" charset="-122"/>
            </a:endParaRPr>
          </a:p>
          <a:p>
            <a:pPr>
              <a:lnSpc>
                <a:spcPct val="150000"/>
              </a:lnSpc>
            </a:pPr>
            <a:r>
              <a:rPr lang="en-US" altLang="zh-CN" dirty="0">
                <a:solidFill>
                  <a:schemeClr val="tx1">
                    <a:lumMod val="65000"/>
                    <a:lumOff val="35000"/>
                  </a:schemeClr>
                </a:solidFill>
                <a:latin typeface="华文细黑" panose="02010600040101010101" pitchFamily="2" charset="-122"/>
                <a:ea typeface="华文细黑" panose="02010600040101010101" pitchFamily="2" charset="-122"/>
              </a:rPr>
              <a:t>tomcat8.5</a:t>
            </a:r>
            <a:endParaRPr lang="zh-CN" altLang="en-US" dirty="0">
              <a:solidFill>
                <a:schemeClr val="tx1">
                  <a:lumMod val="65000"/>
                  <a:lumOff val="35000"/>
                </a:schemeClr>
              </a:solidFill>
              <a:latin typeface="华文细黑" panose="02010600040101010101" pitchFamily="2" charset="-122"/>
              <a:ea typeface="华文细黑" panose="02010600040101010101" pitchFamily="2" charset="-122"/>
            </a:endParaRPr>
          </a:p>
        </p:txBody>
      </p:sp>
      <p:sp>
        <p:nvSpPr>
          <p:cNvPr id="58" name="矩形 57"/>
          <p:cNvSpPr/>
          <p:nvPr/>
        </p:nvSpPr>
        <p:spPr>
          <a:xfrm>
            <a:off x="4319314" y="471751"/>
            <a:ext cx="3553372" cy="46166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运行环境</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59" name="直接连接符 58"/>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par>
                                <p:cTn id="8" presetID="22" presetClass="entr" presetSubtype="8" fill="hold" nodeType="withEffect">
                                  <p:stCondLst>
                                    <p:cond delay="25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1000"/>
                                        <p:tgtEl>
                                          <p:spTgt spid="17"/>
                                        </p:tgtEl>
                                      </p:cBhvr>
                                    </p:animEffect>
                                  </p:childTnLst>
                                </p:cTn>
                              </p:par>
                              <p:par>
                                <p:cTn id="11" presetID="22" presetClass="entr" presetSubtype="8" fill="hold" nodeType="withEffect">
                                  <p:stCondLst>
                                    <p:cond delay="250"/>
                                  </p:stCondLst>
                                  <p:childTnLst>
                                    <p:set>
                                      <p:cBhvr>
                                        <p:cTn id="12" dur="1" fill="hold">
                                          <p:stCondLst>
                                            <p:cond delay="0"/>
                                          </p:stCondLst>
                                        </p:cTn>
                                        <p:tgtEl>
                                          <p:spTgt spid="27"/>
                                        </p:tgtEl>
                                        <p:attrNameLst>
                                          <p:attrName>style.visibility</p:attrName>
                                        </p:attrNameLst>
                                      </p:cBhvr>
                                      <p:to>
                                        <p:strVal val="visible"/>
                                      </p:to>
                                    </p:set>
                                    <p:animEffect transition="in" filter="wipe(left)">
                                      <p:cBhvr>
                                        <p:cTn id="13" dur="1000"/>
                                        <p:tgtEl>
                                          <p:spTgt spid="27"/>
                                        </p:tgtEl>
                                      </p:cBhvr>
                                    </p:animEffect>
                                  </p:childTnLst>
                                </p:cTn>
                              </p:par>
                              <p:par>
                                <p:cTn id="14" presetID="22" presetClass="entr" presetSubtype="8" fill="hold" nodeType="withEffect">
                                  <p:stCondLst>
                                    <p:cond delay="250"/>
                                  </p:stCondLst>
                                  <p:childTnLst>
                                    <p:set>
                                      <p:cBhvr>
                                        <p:cTn id="15" dur="1" fill="hold">
                                          <p:stCondLst>
                                            <p:cond delay="0"/>
                                          </p:stCondLst>
                                        </p:cTn>
                                        <p:tgtEl>
                                          <p:spTgt spid="37"/>
                                        </p:tgtEl>
                                        <p:attrNameLst>
                                          <p:attrName>style.visibility</p:attrName>
                                        </p:attrNameLst>
                                      </p:cBhvr>
                                      <p:to>
                                        <p:strVal val="visible"/>
                                      </p:to>
                                    </p:set>
                                    <p:animEffect transition="in" filter="wipe(left)">
                                      <p:cBhvr>
                                        <p:cTn id="16" dur="1000"/>
                                        <p:tgtEl>
                                          <p:spTgt spid="37"/>
                                        </p:tgtEl>
                                      </p:cBhvr>
                                    </p:animEffect>
                                  </p:childTnLst>
                                </p:cTn>
                              </p:par>
                              <p:par>
                                <p:cTn id="17" presetID="22" presetClass="entr" presetSubtype="8" fill="hold" grpId="0" nodeType="withEffect">
                                  <p:stCondLst>
                                    <p:cond delay="25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1000"/>
                                        <p:tgtEl>
                                          <p:spTgt spid="47"/>
                                        </p:tgtEl>
                                      </p:cBhvr>
                                    </p:animEffect>
                                  </p:childTnLst>
                                </p:cTn>
                              </p:par>
                              <p:par>
                                <p:cTn id="20" presetID="22" presetClass="entr" presetSubtype="8" fill="hold" grpId="0" nodeType="withEffect">
                                  <p:stCondLst>
                                    <p:cond delay="250"/>
                                  </p:stCondLst>
                                  <p:childTnLst>
                                    <p:set>
                                      <p:cBhvr>
                                        <p:cTn id="21" dur="1" fill="hold">
                                          <p:stCondLst>
                                            <p:cond delay="0"/>
                                          </p:stCondLst>
                                        </p:cTn>
                                        <p:tgtEl>
                                          <p:spTgt spid="51"/>
                                        </p:tgtEl>
                                        <p:attrNameLst>
                                          <p:attrName>style.visibility</p:attrName>
                                        </p:attrNameLst>
                                      </p:cBhvr>
                                      <p:to>
                                        <p:strVal val="visible"/>
                                      </p:to>
                                    </p:set>
                                    <p:animEffect transition="in" filter="wipe(left)">
                                      <p:cBhvr>
                                        <p:cTn id="22" dur="1000"/>
                                        <p:tgtEl>
                                          <p:spTgt spid="51"/>
                                        </p:tgtEl>
                                      </p:cBhvr>
                                    </p:animEffect>
                                  </p:childTnLst>
                                </p:cTn>
                              </p:par>
                              <p:par>
                                <p:cTn id="23" presetID="22" presetClass="entr" presetSubtype="8" fill="hold" grpId="0" nodeType="withEffect">
                                  <p:stCondLst>
                                    <p:cond delay="250"/>
                                  </p:stCondLst>
                                  <p:childTnLst>
                                    <p:set>
                                      <p:cBhvr>
                                        <p:cTn id="24" dur="1" fill="hold">
                                          <p:stCondLst>
                                            <p:cond delay="0"/>
                                          </p:stCondLst>
                                        </p:cTn>
                                        <p:tgtEl>
                                          <p:spTgt spid="52"/>
                                        </p:tgtEl>
                                        <p:attrNameLst>
                                          <p:attrName>style.visibility</p:attrName>
                                        </p:attrNameLst>
                                      </p:cBhvr>
                                      <p:to>
                                        <p:strVal val="visible"/>
                                      </p:to>
                                    </p:set>
                                    <p:animEffect transition="in" filter="wipe(left)">
                                      <p:cBhvr>
                                        <p:cTn id="25" dur="1000"/>
                                        <p:tgtEl>
                                          <p:spTgt spid="52"/>
                                        </p:tgtEl>
                                      </p:cBhvr>
                                    </p:animEffect>
                                  </p:childTnLst>
                                </p:cTn>
                              </p:par>
                              <p:par>
                                <p:cTn id="26" presetID="22" presetClass="entr" presetSubtype="8" fill="hold" grpId="0" nodeType="withEffect">
                                  <p:stCondLst>
                                    <p:cond delay="250"/>
                                  </p:stCondLst>
                                  <p:childTnLst>
                                    <p:set>
                                      <p:cBhvr>
                                        <p:cTn id="27" dur="1" fill="hold">
                                          <p:stCondLst>
                                            <p:cond delay="0"/>
                                          </p:stCondLst>
                                        </p:cTn>
                                        <p:tgtEl>
                                          <p:spTgt spid="53"/>
                                        </p:tgtEl>
                                        <p:attrNameLst>
                                          <p:attrName>style.visibility</p:attrName>
                                        </p:attrNameLst>
                                      </p:cBhvr>
                                      <p:to>
                                        <p:strVal val="visible"/>
                                      </p:to>
                                    </p:set>
                                    <p:animEffect transition="in" filter="wipe(left)">
                                      <p:cBhvr>
                                        <p:cTn id="28" dur="1000"/>
                                        <p:tgtEl>
                                          <p:spTgt spid="53"/>
                                        </p:tgtEl>
                                      </p:cBhvr>
                                    </p:animEffect>
                                  </p:childTnLst>
                                </p:cTn>
                              </p:par>
                              <p:par>
                                <p:cTn id="29" presetID="22" presetClass="entr" presetSubtype="8" fill="hold" grpId="0" nodeType="withEffect">
                                  <p:stCondLst>
                                    <p:cond delay="250"/>
                                  </p:stCondLst>
                                  <p:childTnLst>
                                    <p:set>
                                      <p:cBhvr>
                                        <p:cTn id="30" dur="1" fill="hold">
                                          <p:stCondLst>
                                            <p:cond delay="0"/>
                                          </p:stCondLst>
                                        </p:cTn>
                                        <p:tgtEl>
                                          <p:spTgt spid="54"/>
                                        </p:tgtEl>
                                        <p:attrNameLst>
                                          <p:attrName>style.visibility</p:attrName>
                                        </p:attrNameLst>
                                      </p:cBhvr>
                                      <p:to>
                                        <p:strVal val="visible"/>
                                      </p:to>
                                    </p:set>
                                    <p:animEffect transition="in" filter="wipe(left)">
                                      <p:cBhvr>
                                        <p:cTn id="31" dur="1000"/>
                                        <p:tgtEl>
                                          <p:spTgt spid="54"/>
                                        </p:tgtEl>
                                      </p:cBhvr>
                                    </p:animEffect>
                                  </p:childTnLst>
                                </p:cTn>
                              </p:par>
                              <p:par>
                                <p:cTn id="32" presetID="22" presetClass="entr" presetSubtype="8" fill="hold" grpId="0" nodeType="withEffect">
                                  <p:stCondLst>
                                    <p:cond delay="250"/>
                                  </p:stCondLst>
                                  <p:childTnLst>
                                    <p:set>
                                      <p:cBhvr>
                                        <p:cTn id="33" dur="1" fill="hold">
                                          <p:stCondLst>
                                            <p:cond delay="0"/>
                                          </p:stCondLst>
                                        </p:cTn>
                                        <p:tgtEl>
                                          <p:spTgt spid="55"/>
                                        </p:tgtEl>
                                        <p:attrNameLst>
                                          <p:attrName>style.visibility</p:attrName>
                                        </p:attrNameLst>
                                      </p:cBhvr>
                                      <p:to>
                                        <p:strVal val="visible"/>
                                      </p:to>
                                    </p:set>
                                    <p:animEffect transition="in" filter="wipe(left)">
                                      <p:cBhvr>
                                        <p:cTn id="34" dur="1000"/>
                                        <p:tgtEl>
                                          <p:spTgt spid="55"/>
                                        </p:tgtEl>
                                      </p:cBhvr>
                                    </p:animEffect>
                                  </p:childTnLst>
                                </p:cTn>
                              </p:par>
                              <p:par>
                                <p:cTn id="35" presetID="22" presetClass="entr" presetSubtype="8" fill="hold" grpId="0" nodeType="withEffect">
                                  <p:stCondLst>
                                    <p:cond delay="250"/>
                                  </p:stCondLst>
                                  <p:childTnLst>
                                    <p:set>
                                      <p:cBhvr>
                                        <p:cTn id="36" dur="1" fill="hold">
                                          <p:stCondLst>
                                            <p:cond delay="0"/>
                                          </p:stCondLst>
                                        </p:cTn>
                                        <p:tgtEl>
                                          <p:spTgt spid="56"/>
                                        </p:tgtEl>
                                        <p:attrNameLst>
                                          <p:attrName>style.visibility</p:attrName>
                                        </p:attrNameLst>
                                      </p:cBhvr>
                                      <p:to>
                                        <p:strVal val="visible"/>
                                      </p:to>
                                    </p:set>
                                    <p:animEffect transition="in" filter="wipe(left)">
                                      <p:cBhvr>
                                        <p:cTn id="37" dur="1000"/>
                                        <p:tgtEl>
                                          <p:spTgt spid="56"/>
                                        </p:tgtEl>
                                      </p:cBhvr>
                                    </p:animEffect>
                                  </p:childTnLst>
                                </p:cTn>
                              </p:par>
                              <p:par>
                                <p:cTn id="38" presetID="22" presetClass="entr" presetSubtype="8" fill="hold" grpId="0" nodeType="withEffect">
                                  <p:stCondLst>
                                    <p:cond delay="25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1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utoUpdateAnimBg="0"/>
      <p:bldP spid="51" grpId="0" autoUpdateAnimBg="0"/>
      <p:bldP spid="52" grpId="0" autoUpdateAnimBg="0"/>
      <p:bldP spid="53" grpId="0" autoUpdateAnimBg="0"/>
      <p:bldP spid="54" grpId="0" autoUpdateAnimBg="0"/>
      <p:bldP spid="55" grpId="0" autoUpdateAnimBg="0"/>
      <p:bldP spid="56" grpId="0" autoUpdateAnimBg="0"/>
      <p:bldP spid="5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A_库_文本框 61"/>
          <p:cNvSpPr txBox="1"/>
          <p:nvPr>
            <p:custDataLst>
              <p:tags r:id="rId1"/>
            </p:custDataLst>
          </p:nvPr>
        </p:nvSpPr>
        <p:spPr>
          <a:xfrm>
            <a:off x="4222788" y="4322250"/>
            <a:ext cx="3746425" cy="5847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3200" dirty="0">
                <a:solidFill>
                  <a:schemeClr val="tx1">
                    <a:lumMod val="65000"/>
                    <a:lumOff val="35000"/>
                  </a:schemeClr>
                </a:solidFill>
              </a:rPr>
              <a:t>UML</a:t>
            </a:r>
            <a:r>
              <a:rPr lang="zh-CN" altLang="en-US" sz="3200" dirty="0">
                <a:solidFill>
                  <a:schemeClr val="tx1">
                    <a:lumMod val="65000"/>
                    <a:lumOff val="35000"/>
                  </a:schemeClr>
                </a:solidFill>
              </a:rPr>
              <a:t>图及相关文档</a:t>
            </a:r>
            <a:endParaRPr lang="zh-CN" altLang="en-US" sz="3200" dirty="0">
              <a:solidFill>
                <a:schemeClr val="tx1">
                  <a:lumMod val="65000"/>
                  <a:lumOff val="35000"/>
                </a:schemeClr>
              </a:solidFill>
            </a:endParaRPr>
          </a:p>
        </p:txBody>
      </p:sp>
      <p:grpSp>
        <p:nvGrpSpPr>
          <p:cNvPr id="69" name="PA_库_组合 68"/>
          <p:cNvGrpSpPr/>
          <p:nvPr>
            <p:custDataLst>
              <p:tags r:id="rId2"/>
            </p:custDataLst>
          </p:nvPr>
        </p:nvGrpSpPr>
        <p:grpSpPr>
          <a:xfrm flipV="1">
            <a:off x="5066450" y="5044169"/>
            <a:ext cx="2059101" cy="45719"/>
            <a:chOff x="3942207" y="4876800"/>
            <a:chExt cx="3384217" cy="275771"/>
          </a:xfrm>
        </p:grpSpPr>
        <p:sp>
          <p:nvSpPr>
            <p:cNvPr id="70" name="矩形 69"/>
            <p:cNvSpPr/>
            <p:nvPr/>
          </p:nvSpPr>
          <p:spPr>
            <a:xfrm>
              <a:off x="3942207" y="4876800"/>
              <a:ext cx="766195"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814881" y="4876800"/>
              <a:ext cx="766195" cy="2757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687555" y="4876800"/>
              <a:ext cx="766195" cy="275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6560229" y="4876800"/>
              <a:ext cx="766195" cy="2757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PA_库_图片 12"/>
          <p:cNvPicPr>
            <a:picLocks noChangeAspect="1"/>
          </p:cNvPicPr>
          <p:nvPr>
            <p:custDataLst>
              <p:tags r:id="rId3"/>
            </p:custDataLst>
          </p:nvPr>
        </p:nvPicPr>
        <p:blipFill>
          <a:blip r:embed="rId4" cstate="print"/>
          <a:stretch>
            <a:fillRect/>
          </a:stretch>
        </p:blipFill>
        <p:spPr>
          <a:xfrm>
            <a:off x="3468766" y="498588"/>
            <a:ext cx="5319254" cy="4074323"/>
          </a:xfrm>
          <a:prstGeom prst="rect">
            <a:avLst/>
          </a:prstGeom>
        </p:spPr>
      </p:pic>
      <p:sp>
        <p:nvSpPr>
          <p:cNvPr id="63" name="文本框 62"/>
          <p:cNvSpPr txBox="1"/>
          <p:nvPr/>
        </p:nvSpPr>
        <p:spPr>
          <a:xfrm>
            <a:off x="5211894" y="2167261"/>
            <a:ext cx="1447472" cy="1200329"/>
          </a:xfrm>
          <a:prstGeom prst="rect">
            <a:avLst/>
          </a:prstGeom>
          <a:noFill/>
        </p:spPr>
        <p:txBody>
          <a:bodyPr wrap="square" rtlCol="0">
            <a:spAutoFit/>
          </a:bodyPr>
          <a:lstStyle/>
          <a:p>
            <a:pPr algn="dist"/>
            <a:r>
              <a:rPr lang="en-US" altLang="zh-CN" sz="7200" dirty="0">
                <a:solidFill>
                  <a:schemeClr val="bg1"/>
                </a:solidFill>
                <a:latin typeface="华文细黑" panose="02010600040101010101" pitchFamily="2" charset="-122"/>
                <a:ea typeface="华文细黑" panose="02010600040101010101" pitchFamily="2" charset="-122"/>
              </a:rPr>
              <a:t>02</a:t>
            </a:r>
            <a:endParaRPr lang="zh-CN" altLang="en-US" sz="7200"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1000"/>
                                        <p:tgtEl>
                                          <p:spTgt spid="62"/>
                                        </p:tgtEl>
                                      </p:cBhvr>
                                    </p:animEffect>
                                  </p:childTnLst>
                                </p:cTn>
                              </p:par>
                              <p:par>
                                <p:cTn id="8" presetID="22" presetClass="entr" presetSubtype="8" fill="hold"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1000"/>
                                        <p:tgtEl>
                                          <p:spTgt spid="69"/>
                                        </p:tgtEl>
                                      </p:cBhvr>
                                    </p:animEffect>
                                  </p:childTnLst>
                                </p:cTn>
                              </p:par>
                              <p:par>
                                <p:cTn id="11" presetID="2" presetClass="entr" presetSubtype="1" decel="100000" fill="hold" nodeType="withEffect">
                                  <p:stCondLst>
                                    <p:cond delay="25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500" fill="hold"/>
                                        <p:tgtEl>
                                          <p:spTgt spid="13"/>
                                        </p:tgtEl>
                                        <p:attrNameLst>
                                          <p:attrName>ppt_x</p:attrName>
                                        </p:attrNameLst>
                                      </p:cBhvr>
                                      <p:tavLst>
                                        <p:tav tm="0">
                                          <p:val>
                                            <p:strVal val="#ppt_x"/>
                                          </p:val>
                                        </p:tav>
                                        <p:tav tm="100000">
                                          <p:val>
                                            <p:strVal val="#ppt_x"/>
                                          </p:val>
                                        </p:tav>
                                      </p:tavLst>
                                    </p:anim>
                                    <p:anim calcmode="lin" valueType="num">
                                      <p:cBhvr additive="base">
                                        <p:cTn id="14" dur="1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030345" y="471805"/>
            <a:ext cx="4631690"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点餐服务员模块功能层次模块图</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点餐服务员"/>
          <p:cNvPicPr>
            <a:picLocks noChangeAspect="1"/>
          </p:cNvPicPr>
          <p:nvPr/>
        </p:nvPicPr>
        <p:blipFill>
          <a:blip r:embed="rId1"/>
          <a:stretch>
            <a:fillRect/>
          </a:stretch>
        </p:blipFill>
        <p:spPr>
          <a:xfrm>
            <a:off x="1137920" y="1051560"/>
            <a:ext cx="9615170" cy="54063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45915" y="471805"/>
            <a:ext cx="4246880"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后厨人员模块功能层次模块图</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后厨人员"/>
          <p:cNvPicPr>
            <a:picLocks noChangeAspect="1"/>
          </p:cNvPicPr>
          <p:nvPr/>
        </p:nvPicPr>
        <p:blipFill>
          <a:blip r:embed="rId1"/>
          <a:stretch>
            <a:fillRect/>
          </a:stretch>
        </p:blipFill>
        <p:spPr>
          <a:xfrm>
            <a:off x="1101090" y="1331595"/>
            <a:ext cx="10058400" cy="43256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185285" y="471805"/>
            <a:ext cx="3898265"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管理员模块功能层次模块图</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管理员"/>
          <p:cNvPicPr>
            <a:picLocks noChangeAspect="1"/>
          </p:cNvPicPr>
          <p:nvPr/>
        </p:nvPicPr>
        <p:blipFill>
          <a:blip r:embed="rId1"/>
          <a:srcRect t="-900" r="440"/>
          <a:stretch>
            <a:fillRect/>
          </a:stretch>
        </p:blipFill>
        <p:spPr>
          <a:xfrm>
            <a:off x="394970" y="1231900"/>
            <a:ext cx="10058400" cy="45548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9314" y="471751"/>
            <a:ext cx="3553372"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数据库表（表结构）</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p:nvPr/>
        </p:nvPicPr>
        <p:blipFill>
          <a:blip r:embed="rId1"/>
          <a:stretch>
            <a:fillRect/>
          </a:stretch>
        </p:blipFill>
        <p:spPr>
          <a:xfrm>
            <a:off x="800100" y="1240790"/>
            <a:ext cx="5498465" cy="1675765"/>
          </a:xfrm>
          <a:prstGeom prst="rect">
            <a:avLst/>
          </a:prstGeom>
          <a:noFill/>
          <a:ln w="9525">
            <a:noFill/>
          </a:ln>
        </p:spPr>
      </p:pic>
      <p:pic>
        <p:nvPicPr>
          <p:cNvPr id="109" name="Picture 108"/>
          <p:cNvPicPr/>
          <p:nvPr/>
        </p:nvPicPr>
        <p:blipFill>
          <a:blip r:embed="rId2"/>
          <a:stretch>
            <a:fillRect/>
          </a:stretch>
        </p:blipFill>
        <p:spPr>
          <a:xfrm>
            <a:off x="931545" y="2955925"/>
            <a:ext cx="9582785" cy="2152650"/>
          </a:xfrm>
          <a:prstGeom prst="rect">
            <a:avLst/>
          </a:prstGeom>
          <a:noFill/>
          <a:ln w="9525">
            <a:noFill/>
          </a:ln>
        </p:spPr>
      </p:pic>
      <p:pic>
        <p:nvPicPr>
          <p:cNvPr id="110" name="Picture 109"/>
          <p:cNvPicPr/>
          <p:nvPr/>
        </p:nvPicPr>
        <p:blipFill>
          <a:blip r:embed="rId3"/>
          <a:stretch>
            <a:fillRect/>
          </a:stretch>
        </p:blipFill>
        <p:spPr>
          <a:xfrm>
            <a:off x="800100" y="4648200"/>
            <a:ext cx="9671685" cy="1639570"/>
          </a:xfrm>
          <a:prstGeom prst="rect">
            <a:avLst/>
          </a:prstGeom>
          <a:noFill/>
          <a:ln w="9525">
            <a:noFill/>
          </a:ln>
        </p:spPr>
      </p:pic>
      <p:sp>
        <p:nvSpPr>
          <p:cNvPr id="111" name="Text Box 110"/>
          <p:cNvSpPr txBox="1"/>
          <p:nvPr/>
        </p:nvSpPr>
        <p:spPr>
          <a:xfrm>
            <a:off x="-14345285" y="21969095"/>
            <a:ext cx="1137285" cy="275590"/>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pic>
        <p:nvPicPr>
          <p:cNvPr id="12" name="Picture 11"/>
          <p:cNvPicPr/>
          <p:nvPr/>
        </p:nvPicPr>
        <p:blipFill>
          <a:blip r:embed="rId4"/>
          <a:stretch>
            <a:fillRect/>
          </a:stretch>
        </p:blipFill>
        <p:spPr>
          <a:xfrm>
            <a:off x="6097270" y="1202690"/>
            <a:ext cx="5773420" cy="1750060"/>
          </a:xfrm>
          <a:prstGeom prst="rect">
            <a:avLst/>
          </a:prstGeom>
          <a:noFill/>
          <a:ln w="9525">
            <a:noFill/>
          </a:ln>
        </p:spPr>
      </p:pic>
      <p:sp>
        <p:nvSpPr>
          <p:cNvPr id="112" name="Text Box 111"/>
          <p:cNvSpPr txBox="1"/>
          <p:nvPr/>
        </p:nvSpPr>
        <p:spPr>
          <a:xfrm>
            <a:off x="-14345285" y="-14668500"/>
            <a:ext cx="1295400" cy="275590"/>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sp>
        <p:nvSpPr>
          <p:cNvPr id="113" name="Text Box 112"/>
          <p:cNvSpPr txBox="1"/>
          <p:nvPr/>
        </p:nvSpPr>
        <p:spPr>
          <a:xfrm>
            <a:off x="-14345285" y="4648200"/>
            <a:ext cx="1295400" cy="460375"/>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sp>
        <p:nvSpPr>
          <p:cNvPr id="115" name="Text Box 114"/>
          <p:cNvSpPr txBox="1"/>
          <p:nvPr/>
        </p:nvSpPr>
        <p:spPr>
          <a:xfrm>
            <a:off x="-14345285" y="22977475"/>
            <a:ext cx="1295400" cy="460375"/>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pic>
        <p:nvPicPr>
          <p:cNvPr id="15" name="Picture 14"/>
          <p:cNvPicPr/>
          <p:nvPr/>
        </p:nvPicPr>
        <p:blipFill>
          <a:blip r:embed="rId5"/>
          <a:stretch>
            <a:fillRect/>
          </a:stretch>
        </p:blipFill>
        <p:spPr>
          <a:xfrm>
            <a:off x="18204815" y="33853120"/>
            <a:ext cx="12433300" cy="3681730"/>
          </a:xfrm>
          <a:prstGeom prst="rect">
            <a:avLst/>
          </a:prstGeom>
          <a:noFill/>
          <a:ln w="9525">
            <a:noFill/>
          </a:ln>
        </p:spPr>
      </p:pic>
      <p:sp>
        <p:nvSpPr>
          <p:cNvPr id="116" name="Text Box 115"/>
          <p:cNvSpPr txBox="1"/>
          <p:nvPr/>
        </p:nvSpPr>
        <p:spPr>
          <a:xfrm>
            <a:off x="-14345285" y="37877750"/>
            <a:ext cx="1295400" cy="460375"/>
          </a:xfrm>
          <a:prstGeom prst="rect">
            <a:avLst/>
          </a:prstGeom>
          <a:noFill/>
          <a:ln w="9525">
            <a:noFill/>
          </a:ln>
        </p:spPr>
        <p:txBody>
          <a:bodyPr wrap="square">
            <a:spAutoFit/>
          </a:bodyPr>
          <a:p>
            <a:pPr marL="0" indent="0" algn="l"/>
            <a:r>
              <a:rPr lang="en-US" altLang="zh-CN" sz="1200" b="0">
                <a:latin typeface="SimSun" charset="0"/>
                <a:cs typeface="SimSun" charset="0"/>
              </a:rPr>
              <a:t> </a:t>
            </a: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9314" y="471751"/>
            <a:ext cx="3553372"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数据库表（表结构）</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16" name="Picture 115"/>
          <p:cNvPicPr/>
          <p:nvPr/>
        </p:nvPicPr>
        <p:blipFill>
          <a:blip r:embed="rId1"/>
          <a:stretch>
            <a:fillRect/>
          </a:stretch>
        </p:blipFill>
        <p:spPr>
          <a:xfrm>
            <a:off x="334010" y="1162050"/>
            <a:ext cx="5232400" cy="2027555"/>
          </a:xfrm>
          <a:prstGeom prst="rect">
            <a:avLst/>
          </a:prstGeom>
          <a:noFill/>
          <a:ln w="9525">
            <a:noFill/>
          </a:ln>
        </p:spPr>
      </p:pic>
      <p:sp>
        <p:nvSpPr>
          <p:cNvPr id="117" name="Text Box 116"/>
          <p:cNvSpPr txBox="1"/>
          <p:nvPr/>
        </p:nvSpPr>
        <p:spPr>
          <a:xfrm>
            <a:off x="-15816580" y="-3209925"/>
            <a:ext cx="1025525" cy="275590"/>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pic>
        <p:nvPicPr>
          <p:cNvPr id="5" name="Picture 4"/>
          <p:cNvPicPr/>
          <p:nvPr/>
        </p:nvPicPr>
        <p:blipFill>
          <a:blip r:embed="rId2"/>
          <a:stretch>
            <a:fillRect/>
          </a:stretch>
        </p:blipFill>
        <p:spPr>
          <a:xfrm>
            <a:off x="334010" y="3147060"/>
            <a:ext cx="10572750" cy="1833880"/>
          </a:xfrm>
          <a:prstGeom prst="rect">
            <a:avLst/>
          </a:prstGeom>
          <a:noFill/>
          <a:ln w="9525">
            <a:noFill/>
          </a:ln>
        </p:spPr>
      </p:pic>
      <p:pic>
        <p:nvPicPr>
          <p:cNvPr id="118" name="Picture 117"/>
          <p:cNvPicPr/>
          <p:nvPr/>
        </p:nvPicPr>
        <p:blipFill>
          <a:blip r:embed="rId3"/>
          <a:stretch>
            <a:fillRect/>
          </a:stretch>
        </p:blipFill>
        <p:spPr>
          <a:xfrm>
            <a:off x="2712085" y="4761865"/>
            <a:ext cx="9123045" cy="1760855"/>
          </a:xfrm>
          <a:prstGeom prst="rect">
            <a:avLst/>
          </a:prstGeom>
          <a:noFill/>
          <a:ln w="9525">
            <a:noFill/>
          </a:ln>
        </p:spPr>
      </p:pic>
      <p:sp>
        <p:nvSpPr>
          <p:cNvPr id="119" name="Text Box 118"/>
          <p:cNvSpPr txBox="1"/>
          <p:nvPr/>
        </p:nvSpPr>
        <p:spPr>
          <a:xfrm>
            <a:off x="-15816580" y="15102840"/>
            <a:ext cx="1025525" cy="460375"/>
          </a:xfrm>
          <a:prstGeom prst="rect">
            <a:avLst/>
          </a:prstGeom>
          <a:noFill/>
          <a:ln w="9525">
            <a:noFill/>
          </a:ln>
        </p:spPr>
        <p:txBody>
          <a:bodyPr wrap="square">
            <a:spAutoFit/>
          </a:bodyPr>
          <a:p>
            <a:pPr indent="0"/>
            <a:r>
              <a:rPr lang="en-US" altLang="zh-CN" sz="1200" b="0">
                <a:latin typeface="SimSun" charset="0"/>
                <a:cs typeface="SimSun" charset="0"/>
              </a:rPr>
              <a:t> </a:t>
            </a:r>
            <a:endParaRPr lang="en-US"/>
          </a:p>
        </p:txBody>
      </p:sp>
      <p:pic>
        <p:nvPicPr>
          <p:cNvPr id="6" name="Picture 5"/>
          <p:cNvPicPr/>
          <p:nvPr/>
        </p:nvPicPr>
        <p:blipFill>
          <a:blip r:embed="rId4"/>
          <a:stretch>
            <a:fillRect/>
          </a:stretch>
        </p:blipFill>
        <p:spPr>
          <a:xfrm>
            <a:off x="5566410" y="1123315"/>
            <a:ext cx="6410960" cy="1898650"/>
          </a:xfrm>
          <a:prstGeom prst="rect">
            <a:avLst/>
          </a:prstGeom>
          <a:noFill/>
          <a:ln w="9525">
            <a:noFill/>
          </a:ln>
        </p:spPr>
      </p:pic>
      <p:sp>
        <p:nvSpPr>
          <p:cNvPr id="120" name="Text Box 119"/>
          <p:cNvSpPr txBox="1"/>
          <p:nvPr/>
        </p:nvSpPr>
        <p:spPr>
          <a:xfrm>
            <a:off x="-15816580" y="30003115"/>
            <a:ext cx="1025525" cy="460375"/>
          </a:xfrm>
          <a:prstGeom prst="rect">
            <a:avLst/>
          </a:prstGeom>
          <a:noFill/>
          <a:ln w="9525">
            <a:noFill/>
          </a:ln>
        </p:spPr>
        <p:txBody>
          <a:bodyPr wrap="square">
            <a:spAutoFit/>
          </a:bodyPr>
          <a:p>
            <a:pPr marL="0" indent="0" algn="l"/>
            <a:r>
              <a:rPr lang="en-US" altLang="zh-CN" sz="1200" b="0">
                <a:latin typeface="SimSun" charset="0"/>
                <a:cs typeface="SimSun" charset="0"/>
              </a:rPr>
              <a:t> </a:t>
            </a:r>
            <a:endParaRPr 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9314" y="471751"/>
            <a:ext cx="3553372" cy="461665"/>
          </a:xfrm>
          <a:prstGeom prst="rect">
            <a:avLst/>
          </a:prstGeom>
        </p:spPr>
        <p:txBody>
          <a:bodyPr wrap="square">
            <a:spAutoFit/>
          </a:bodyPr>
          <a:lstStyle/>
          <a:p>
            <a:pPr algn="dist"/>
            <a:r>
              <a:rPr lang="en-US" altLang="zh-CN" sz="2400" dirty="0">
                <a:solidFill>
                  <a:schemeClr val="tx1">
                    <a:lumMod val="65000"/>
                    <a:lumOff val="35000"/>
                  </a:schemeClr>
                </a:solidFill>
                <a:latin typeface="华文细黑" panose="02010600040101010101" pitchFamily="2" charset="-122"/>
                <a:ea typeface="华文细黑" panose="02010600040101010101" pitchFamily="2" charset="-122"/>
              </a:rPr>
              <a:t>ER</a:t>
            </a:r>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图</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 name="直接连接符 2"/>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E-R图"/>
          <p:cNvPicPr>
            <a:picLocks noChangeAspect="1"/>
          </p:cNvPicPr>
          <p:nvPr/>
        </p:nvPicPr>
        <p:blipFill>
          <a:blip r:embed="rId1"/>
          <a:stretch>
            <a:fillRect/>
          </a:stretch>
        </p:blipFill>
        <p:spPr>
          <a:xfrm>
            <a:off x="2848610" y="1107440"/>
            <a:ext cx="6634480" cy="54248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A_库_图片 12"/>
          <p:cNvPicPr>
            <a:picLocks noChangeAspect="1"/>
          </p:cNvPicPr>
          <p:nvPr>
            <p:custDataLst>
              <p:tags r:id="rId1"/>
            </p:custDataLst>
          </p:nvPr>
        </p:nvPicPr>
        <p:blipFill>
          <a:blip r:embed="rId2" cstate="screen"/>
          <a:stretch>
            <a:fillRect/>
          </a:stretch>
        </p:blipFill>
        <p:spPr>
          <a:xfrm>
            <a:off x="3015525" y="-561473"/>
            <a:ext cx="6589295" cy="6589295"/>
          </a:xfrm>
          <a:prstGeom prst="rect">
            <a:avLst/>
          </a:prstGeom>
        </p:spPr>
      </p:pic>
      <p:sp>
        <p:nvSpPr>
          <p:cNvPr id="62" name="PA_库_文本框 61"/>
          <p:cNvSpPr txBox="1"/>
          <p:nvPr>
            <p:custDataLst>
              <p:tags r:id="rId3"/>
            </p:custDataLst>
          </p:nvPr>
        </p:nvSpPr>
        <p:spPr>
          <a:xfrm>
            <a:off x="4222788" y="4322250"/>
            <a:ext cx="3746425" cy="5847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3200" dirty="0">
                <a:solidFill>
                  <a:schemeClr val="tx1">
                    <a:lumMod val="65000"/>
                    <a:lumOff val="35000"/>
                  </a:schemeClr>
                </a:solidFill>
              </a:rPr>
              <a:t>界面展示及运行</a:t>
            </a:r>
            <a:endParaRPr lang="zh-CN" altLang="en-US" sz="3200" dirty="0">
              <a:solidFill>
                <a:schemeClr val="tx1">
                  <a:lumMod val="65000"/>
                  <a:lumOff val="35000"/>
                </a:schemeClr>
              </a:solidFill>
            </a:endParaRPr>
          </a:p>
        </p:txBody>
      </p:sp>
      <p:grpSp>
        <p:nvGrpSpPr>
          <p:cNvPr id="69" name="PA_库_组合 68"/>
          <p:cNvGrpSpPr/>
          <p:nvPr>
            <p:custDataLst>
              <p:tags r:id="rId4"/>
            </p:custDataLst>
          </p:nvPr>
        </p:nvGrpSpPr>
        <p:grpSpPr>
          <a:xfrm flipV="1">
            <a:off x="5066450" y="5044169"/>
            <a:ext cx="2059101" cy="45719"/>
            <a:chOff x="3942207" y="4876800"/>
            <a:chExt cx="3384217" cy="275771"/>
          </a:xfrm>
        </p:grpSpPr>
        <p:sp>
          <p:nvSpPr>
            <p:cNvPr id="70" name="矩形 69"/>
            <p:cNvSpPr/>
            <p:nvPr/>
          </p:nvSpPr>
          <p:spPr>
            <a:xfrm>
              <a:off x="3942207" y="4876800"/>
              <a:ext cx="766195"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814881" y="4876800"/>
              <a:ext cx="766195" cy="2757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687555" y="4876800"/>
              <a:ext cx="766195" cy="275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6560229" y="4876800"/>
              <a:ext cx="766195" cy="2757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p:cNvSpPr txBox="1"/>
          <p:nvPr/>
        </p:nvSpPr>
        <p:spPr>
          <a:xfrm>
            <a:off x="5339871" y="2133009"/>
            <a:ext cx="1447472" cy="1200329"/>
          </a:xfrm>
          <a:prstGeom prst="rect">
            <a:avLst/>
          </a:prstGeom>
          <a:noFill/>
        </p:spPr>
        <p:txBody>
          <a:bodyPr wrap="square" rtlCol="0">
            <a:spAutoFit/>
          </a:bodyPr>
          <a:lstStyle/>
          <a:p>
            <a:pPr algn="dist"/>
            <a:r>
              <a:rPr lang="en-US" altLang="zh-CN" sz="7200" dirty="0">
                <a:solidFill>
                  <a:schemeClr val="bg1"/>
                </a:solidFill>
                <a:latin typeface="华文细黑" panose="02010600040101010101" pitchFamily="2" charset="-122"/>
                <a:ea typeface="华文细黑" panose="02010600040101010101" pitchFamily="2" charset="-122"/>
              </a:rPr>
              <a:t>03</a:t>
            </a:r>
            <a:endParaRPr lang="zh-CN" altLang="en-US" sz="7200" dirty="0">
              <a:solidFill>
                <a:schemeClr val="bg1"/>
              </a:solidFill>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1000"/>
                                        <p:tgtEl>
                                          <p:spTgt spid="62"/>
                                        </p:tgtEl>
                                      </p:cBhvr>
                                    </p:animEffect>
                                  </p:childTnLst>
                                </p:cTn>
                              </p:par>
                              <p:par>
                                <p:cTn id="8" presetID="22" presetClass="entr" presetSubtype="8" fill="hold"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1000"/>
                                        <p:tgtEl>
                                          <p:spTgt spid="69"/>
                                        </p:tgtEl>
                                      </p:cBhvr>
                                    </p:animEffect>
                                  </p:childTnLst>
                                </p:cTn>
                              </p:par>
                              <p:par>
                                <p:cTn id="11" presetID="2" presetClass="entr" presetSubtype="1" decel="100000" fill="hold" nodeType="withEffect">
                                  <p:stCondLst>
                                    <p:cond delay="25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500" fill="hold"/>
                                        <p:tgtEl>
                                          <p:spTgt spid="13"/>
                                        </p:tgtEl>
                                        <p:attrNameLst>
                                          <p:attrName>ppt_x</p:attrName>
                                        </p:attrNameLst>
                                      </p:cBhvr>
                                      <p:tavLst>
                                        <p:tav tm="0">
                                          <p:val>
                                            <p:strVal val="#ppt_x"/>
                                          </p:val>
                                        </p:tav>
                                        <p:tav tm="100000">
                                          <p:val>
                                            <p:strVal val="#ppt_x"/>
                                          </p:val>
                                        </p:tav>
                                      </p:tavLst>
                                    </p:anim>
                                    <p:anim calcmode="lin" valueType="num">
                                      <p:cBhvr additive="base">
                                        <p:cTn id="14" dur="1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096000" y="3641559"/>
            <a:ext cx="3394190" cy="889667"/>
          </a:xfrm>
          <a:prstGeom prst="rect">
            <a:avLst/>
          </a:prstGeom>
        </p:spPr>
        <p:txBody>
          <a:bodyPr wrap="square">
            <a:spAutoFit/>
          </a:bodyPr>
          <a:lstStyle/>
          <a:p>
            <a:pPr algn="ctr">
              <a:lnSpc>
                <a:spcPct val="150000"/>
              </a:lnSpc>
            </a:pPr>
            <a:r>
              <a:rPr lang="en-US" altLang="zh-CN" sz="1200" dirty="0">
                <a:solidFill>
                  <a:schemeClr val="bg1"/>
                </a:solidFill>
                <a:latin typeface="华文细黑" panose="02010600040101010101" pitchFamily="2" charset="-122"/>
                <a:ea typeface="华文细黑" panose="02010600040101010101" pitchFamily="2" charset="-122"/>
              </a:rPr>
              <a:t>This PPT template for the rice husk designer pencil demo works, focusing on the production of high-end design husk</a:t>
            </a:r>
            <a:endParaRPr lang="zh-CN" altLang="en-US" sz="1200" dirty="0">
              <a:solidFill>
                <a:schemeClr val="bg1"/>
              </a:solidFill>
              <a:latin typeface="华文细黑" panose="02010600040101010101" pitchFamily="2" charset="-122"/>
              <a:ea typeface="华文细黑" panose="02010600040101010101" pitchFamily="2" charset="-122"/>
            </a:endParaRPr>
          </a:p>
        </p:txBody>
      </p:sp>
      <p:sp>
        <p:nvSpPr>
          <p:cNvPr id="34" name="矩形 33"/>
          <p:cNvSpPr/>
          <p:nvPr/>
        </p:nvSpPr>
        <p:spPr>
          <a:xfrm>
            <a:off x="4319314" y="471751"/>
            <a:ext cx="3553372"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点餐服务员界面展示</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5" name="直接连接符 34"/>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点餐服务员界面"/>
          <p:cNvPicPr>
            <a:picLocks noChangeAspect="1"/>
          </p:cNvPicPr>
          <p:nvPr/>
        </p:nvPicPr>
        <p:blipFill>
          <a:blip r:embed="rId1"/>
          <a:stretch>
            <a:fillRect/>
          </a:stretch>
        </p:blipFill>
        <p:spPr>
          <a:xfrm>
            <a:off x="1066800" y="1108710"/>
            <a:ext cx="10058400" cy="5235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096000" y="3641559"/>
            <a:ext cx="3394190" cy="889667"/>
          </a:xfrm>
          <a:prstGeom prst="rect">
            <a:avLst/>
          </a:prstGeom>
        </p:spPr>
        <p:txBody>
          <a:bodyPr wrap="square">
            <a:spAutoFit/>
          </a:bodyPr>
          <a:lstStyle/>
          <a:p>
            <a:pPr algn="ctr">
              <a:lnSpc>
                <a:spcPct val="150000"/>
              </a:lnSpc>
            </a:pPr>
            <a:r>
              <a:rPr lang="en-US" altLang="zh-CN" sz="1200" dirty="0">
                <a:solidFill>
                  <a:schemeClr val="bg1"/>
                </a:solidFill>
                <a:latin typeface="华文细黑" panose="02010600040101010101" pitchFamily="2" charset="-122"/>
                <a:ea typeface="华文细黑" panose="02010600040101010101" pitchFamily="2" charset="-122"/>
              </a:rPr>
              <a:t>This PPT template for the rice husk designer pencil demo works, focusing on the production of high-end design husk</a:t>
            </a:r>
            <a:endParaRPr lang="zh-CN" altLang="en-US" sz="1200" dirty="0">
              <a:solidFill>
                <a:schemeClr val="bg1"/>
              </a:solidFill>
              <a:latin typeface="华文细黑" panose="02010600040101010101" pitchFamily="2" charset="-122"/>
              <a:ea typeface="华文细黑" panose="02010600040101010101" pitchFamily="2" charset="-122"/>
            </a:endParaRPr>
          </a:p>
        </p:txBody>
      </p:sp>
      <p:sp>
        <p:nvSpPr>
          <p:cNvPr id="34" name="矩形 33"/>
          <p:cNvSpPr/>
          <p:nvPr/>
        </p:nvSpPr>
        <p:spPr>
          <a:xfrm>
            <a:off x="4319314" y="471751"/>
            <a:ext cx="3553372"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后厨人员界面展示</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5" name="直接连接符 34"/>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后厨人员界面"/>
          <p:cNvPicPr>
            <a:picLocks noChangeAspect="1"/>
          </p:cNvPicPr>
          <p:nvPr/>
        </p:nvPicPr>
        <p:blipFill>
          <a:blip r:embed="rId1"/>
          <a:stretch>
            <a:fillRect/>
          </a:stretch>
        </p:blipFill>
        <p:spPr>
          <a:xfrm>
            <a:off x="1066800" y="1108710"/>
            <a:ext cx="10058400" cy="5235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6096000" y="3641559"/>
            <a:ext cx="3394190" cy="889667"/>
          </a:xfrm>
          <a:prstGeom prst="rect">
            <a:avLst/>
          </a:prstGeom>
        </p:spPr>
        <p:txBody>
          <a:bodyPr wrap="square">
            <a:spAutoFit/>
          </a:bodyPr>
          <a:lstStyle/>
          <a:p>
            <a:pPr algn="ctr">
              <a:lnSpc>
                <a:spcPct val="150000"/>
              </a:lnSpc>
            </a:pPr>
            <a:r>
              <a:rPr lang="en-US" altLang="zh-CN" sz="1200" dirty="0">
                <a:solidFill>
                  <a:schemeClr val="bg1"/>
                </a:solidFill>
                <a:latin typeface="华文细黑" panose="02010600040101010101" pitchFamily="2" charset="-122"/>
                <a:ea typeface="华文细黑" panose="02010600040101010101" pitchFamily="2" charset="-122"/>
              </a:rPr>
              <a:t>This PPT template for the rice husk designer pencil demo works, focusing on the production of high-end design husk</a:t>
            </a:r>
            <a:endParaRPr lang="zh-CN" altLang="en-US" sz="1200" dirty="0">
              <a:solidFill>
                <a:schemeClr val="bg1"/>
              </a:solidFill>
              <a:latin typeface="华文细黑" panose="02010600040101010101" pitchFamily="2" charset="-122"/>
              <a:ea typeface="华文细黑" panose="02010600040101010101" pitchFamily="2" charset="-122"/>
            </a:endParaRPr>
          </a:p>
        </p:txBody>
      </p:sp>
      <p:sp>
        <p:nvSpPr>
          <p:cNvPr id="34" name="矩形 33"/>
          <p:cNvSpPr/>
          <p:nvPr/>
        </p:nvSpPr>
        <p:spPr>
          <a:xfrm>
            <a:off x="4319314" y="471751"/>
            <a:ext cx="3553372" cy="460375"/>
          </a:xfrm>
          <a:prstGeom prst="rect">
            <a:avLst/>
          </a:prstGeom>
        </p:spPr>
        <p:txBody>
          <a:bodyPr wrap="square">
            <a:spAutoFit/>
          </a:bodyPr>
          <a:lstStyle/>
          <a:p>
            <a:pPr algn="dist"/>
            <a:r>
              <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rPr>
              <a:t>管理员界面展示</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5" name="直接连接符 34"/>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管理员界面"/>
          <p:cNvPicPr>
            <a:picLocks noChangeAspect="1"/>
          </p:cNvPicPr>
          <p:nvPr/>
        </p:nvPicPr>
        <p:blipFill>
          <a:blip r:embed="rId1"/>
          <a:stretch>
            <a:fillRect/>
          </a:stretch>
        </p:blipFill>
        <p:spPr>
          <a:xfrm>
            <a:off x="1066800" y="1107440"/>
            <a:ext cx="10058400" cy="5235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A_库_图片 12"/>
          <p:cNvPicPr>
            <a:picLocks noChangeAspect="1"/>
          </p:cNvPicPr>
          <p:nvPr>
            <p:custDataLst>
              <p:tags r:id="rId1"/>
            </p:custDataLst>
          </p:nvPr>
        </p:nvPicPr>
        <p:blipFill>
          <a:blip r:embed="rId2" cstate="screen"/>
          <a:stretch>
            <a:fillRect/>
          </a:stretch>
        </p:blipFill>
        <p:spPr>
          <a:xfrm>
            <a:off x="3210117" y="-425077"/>
            <a:ext cx="5706979" cy="5706979"/>
          </a:xfrm>
          <a:prstGeom prst="rect">
            <a:avLst/>
          </a:prstGeom>
        </p:spPr>
      </p:pic>
      <p:sp>
        <p:nvSpPr>
          <p:cNvPr id="62" name="PA_库_文本框 61"/>
          <p:cNvSpPr txBox="1"/>
          <p:nvPr>
            <p:custDataLst>
              <p:tags r:id="rId3"/>
            </p:custDataLst>
          </p:nvPr>
        </p:nvSpPr>
        <p:spPr>
          <a:xfrm>
            <a:off x="4222788" y="4322250"/>
            <a:ext cx="3746425" cy="5847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3200" dirty="0">
                <a:solidFill>
                  <a:schemeClr val="tx1">
                    <a:lumMod val="65000"/>
                    <a:lumOff val="35000"/>
                  </a:schemeClr>
                </a:solidFill>
              </a:rPr>
              <a:t>总结与规划</a:t>
            </a:r>
            <a:endParaRPr lang="zh-CN" altLang="en-US" sz="3200" dirty="0">
              <a:solidFill>
                <a:schemeClr val="tx1">
                  <a:lumMod val="65000"/>
                  <a:lumOff val="35000"/>
                </a:schemeClr>
              </a:solidFill>
            </a:endParaRPr>
          </a:p>
        </p:txBody>
      </p:sp>
      <p:grpSp>
        <p:nvGrpSpPr>
          <p:cNvPr id="69" name="PA_库_组合 68"/>
          <p:cNvGrpSpPr/>
          <p:nvPr>
            <p:custDataLst>
              <p:tags r:id="rId4"/>
            </p:custDataLst>
          </p:nvPr>
        </p:nvGrpSpPr>
        <p:grpSpPr>
          <a:xfrm flipV="1">
            <a:off x="5066450" y="5044169"/>
            <a:ext cx="2059101" cy="45719"/>
            <a:chOff x="3942207" y="4876800"/>
            <a:chExt cx="3384217" cy="275771"/>
          </a:xfrm>
        </p:grpSpPr>
        <p:sp>
          <p:nvSpPr>
            <p:cNvPr id="70" name="矩形 69"/>
            <p:cNvSpPr/>
            <p:nvPr/>
          </p:nvSpPr>
          <p:spPr>
            <a:xfrm>
              <a:off x="3942207" y="4876800"/>
              <a:ext cx="766195" cy="27577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4814881" y="4876800"/>
              <a:ext cx="766195" cy="2757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687555" y="4876800"/>
              <a:ext cx="766195" cy="27577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6560229" y="4876800"/>
              <a:ext cx="766195" cy="27577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p:cNvSpPr txBox="1"/>
          <p:nvPr/>
        </p:nvSpPr>
        <p:spPr>
          <a:xfrm>
            <a:off x="5339871" y="2133009"/>
            <a:ext cx="1447472" cy="1200329"/>
          </a:xfrm>
          <a:prstGeom prst="rect">
            <a:avLst/>
          </a:prstGeom>
          <a:noFill/>
        </p:spPr>
        <p:txBody>
          <a:bodyPr wrap="square" rtlCol="0">
            <a:spAutoFit/>
          </a:bodyPr>
          <a:lstStyle/>
          <a:p>
            <a:pPr algn="dist"/>
            <a:r>
              <a:rPr lang="en-US" altLang="zh-CN" sz="7200" dirty="0">
                <a:latin typeface="华文细黑" panose="02010600040101010101" pitchFamily="2" charset="-122"/>
                <a:ea typeface="华文细黑" panose="02010600040101010101" pitchFamily="2" charset="-122"/>
              </a:rPr>
              <a:t>04</a:t>
            </a:r>
            <a:endParaRPr lang="zh-CN" altLang="en-US" sz="7200" dirty="0">
              <a:latin typeface="华文细黑" panose="02010600040101010101" pitchFamily="2" charset="-122"/>
              <a:ea typeface="华文细黑" panose="020106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1000"/>
                                        <p:tgtEl>
                                          <p:spTgt spid="62"/>
                                        </p:tgtEl>
                                      </p:cBhvr>
                                    </p:animEffect>
                                  </p:childTnLst>
                                </p:cTn>
                              </p:par>
                              <p:par>
                                <p:cTn id="8" presetID="22" presetClass="entr" presetSubtype="8" fill="hold" nodeType="withEffect">
                                  <p:stCondLst>
                                    <p:cond delay="250"/>
                                  </p:stCondLst>
                                  <p:childTnLst>
                                    <p:set>
                                      <p:cBhvr>
                                        <p:cTn id="9" dur="1" fill="hold">
                                          <p:stCondLst>
                                            <p:cond delay="0"/>
                                          </p:stCondLst>
                                        </p:cTn>
                                        <p:tgtEl>
                                          <p:spTgt spid="69"/>
                                        </p:tgtEl>
                                        <p:attrNameLst>
                                          <p:attrName>style.visibility</p:attrName>
                                        </p:attrNameLst>
                                      </p:cBhvr>
                                      <p:to>
                                        <p:strVal val="visible"/>
                                      </p:to>
                                    </p:set>
                                    <p:animEffect transition="in" filter="wipe(left)">
                                      <p:cBhvr>
                                        <p:cTn id="10" dur="1000"/>
                                        <p:tgtEl>
                                          <p:spTgt spid="69"/>
                                        </p:tgtEl>
                                      </p:cBhvr>
                                    </p:animEffect>
                                  </p:childTnLst>
                                </p:cTn>
                              </p:par>
                              <p:par>
                                <p:cTn id="11" presetID="2" presetClass="entr" presetSubtype="1" decel="100000" fill="hold" nodeType="withEffect">
                                  <p:stCondLst>
                                    <p:cond delay="25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500" fill="hold"/>
                                        <p:tgtEl>
                                          <p:spTgt spid="13"/>
                                        </p:tgtEl>
                                        <p:attrNameLst>
                                          <p:attrName>ppt_x</p:attrName>
                                        </p:attrNameLst>
                                      </p:cBhvr>
                                      <p:tavLst>
                                        <p:tav tm="0">
                                          <p:val>
                                            <p:strVal val="#ppt_x"/>
                                          </p:val>
                                        </p:tav>
                                        <p:tav tm="100000">
                                          <p:val>
                                            <p:strVal val="#ppt_x"/>
                                          </p:val>
                                        </p:tav>
                                      </p:tavLst>
                                    </p:anim>
                                    <p:anim calcmode="lin" valueType="num">
                                      <p:cBhvr additive="base">
                                        <p:cTn id="14" dur="1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_库_组合 3"/>
          <p:cNvGrpSpPr/>
          <p:nvPr>
            <p:custDataLst>
              <p:tags r:id="rId1"/>
            </p:custDataLst>
          </p:nvPr>
        </p:nvGrpSpPr>
        <p:grpSpPr>
          <a:xfrm>
            <a:off x="6863204" y="2175164"/>
            <a:ext cx="1371600" cy="1371600"/>
            <a:chOff x="7121236" y="2175164"/>
            <a:chExt cx="1371600" cy="1371600"/>
          </a:xfrm>
        </p:grpSpPr>
        <p:sp>
          <p:nvSpPr>
            <p:cNvPr id="5" name="椭圆 4"/>
            <p:cNvSpPr/>
            <p:nvPr/>
          </p:nvSpPr>
          <p:spPr>
            <a:xfrm>
              <a:off x="7121236" y="2175164"/>
              <a:ext cx="1371600" cy="137160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2" cstate="screen"/>
            <a:stretch>
              <a:fillRect/>
            </a:stretch>
          </p:blipFill>
          <p:spPr>
            <a:xfrm>
              <a:off x="7481874" y="2430112"/>
              <a:ext cx="650325" cy="861704"/>
            </a:xfrm>
            <a:prstGeom prst="rect">
              <a:avLst/>
            </a:prstGeom>
          </p:spPr>
        </p:pic>
      </p:grpSp>
      <p:grpSp>
        <p:nvGrpSpPr>
          <p:cNvPr id="7" name="PA_库_组合 6"/>
          <p:cNvGrpSpPr/>
          <p:nvPr>
            <p:custDataLst>
              <p:tags r:id="rId3"/>
            </p:custDataLst>
          </p:nvPr>
        </p:nvGrpSpPr>
        <p:grpSpPr>
          <a:xfrm>
            <a:off x="9412715" y="2175164"/>
            <a:ext cx="1371600" cy="1371600"/>
            <a:chOff x="9476508" y="2175164"/>
            <a:chExt cx="1371600" cy="1371600"/>
          </a:xfrm>
        </p:grpSpPr>
        <p:sp>
          <p:nvSpPr>
            <p:cNvPr id="8" name="椭圆 7"/>
            <p:cNvSpPr/>
            <p:nvPr/>
          </p:nvSpPr>
          <p:spPr>
            <a:xfrm>
              <a:off x="9476508" y="2175164"/>
              <a:ext cx="1371600" cy="1371600"/>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4" cstate="screen"/>
            <a:stretch>
              <a:fillRect/>
            </a:stretch>
          </p:blipFill>
          <p:spPr>
            <a:xfrm>
              <a:off x="9993036" y="2424546"/>
              <a:ext cx="338545" cy="872836"/>
            </a:xfrm>
            <a:prstGeom prst="rect">
              <a:avLst/>
            </a:prstGeom>
          </p:spPr>
        </p:pic>
      </p:grpSp>
      <p:grpSp>
        <p:nvGrpSpPr>
          <p:cNvPr id="10" name="PA_库_组合 9"/>
          <p:cNvGrpSpPr/>
          <p:nvPr>
            <p:custDataLst>
              <p:tags r:id="rId5"/>
            </p:custDataLst>
          </p:nvPr>
        </p:nvGrpSpPr>
        <p:grpSpPr>
          <a:xfrm>
            <a:off x="6299825" y="4045003"/>
            <a:ext cx="2498358" cy="939496"/>
            <a:chOff x="979134" y="4475018"/>
            <a:chExt cx="2498358" cy="939496"/>
          </a:xfrm>
        </p:grpSpPr>
        <p:grpSp>
          <p:nvGrpSpPr>
            <p:cNvPr id="11" name="组合 10"/>
            <p:cNvGrpSpPr/>
            <p:nvPr/>
          </p:nvGrpSpPr>
          <p:grpSpPr>
            <a:xfrm>
              <a:off x="1567479" y="4475018"/>
              <a:ext cx="1321669" cy="472680"/>
              <a:chOff x="2188772" y="2888701"/>
              <a:chExt cx="1321669" cy="472680"/>
            </a:xfrm>
          </p:grpSpPr>
          <p:sp>
            <p:nvSpPr>
              <p:cNvPr id="13" name="文本框 12"/>
              <p:cNvSpPr txBox="1"/>
              <p:nvPr/>
            </p:nvSpPr>
            <p:spPr>
              <a:xfrm>
                <a:off x="2188772" y="2888701"/>
                <a:ext cx="1321669"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smtClean="0">
                    <a:solidFill>
                      <a:schemeClr val="tx1">
                        <a:lumMod val="65000"/>
                        <a:lumOff val="35000"/>
                      </a:schemeClr>
                    </a:solidFill>
                  </a:rPr>
                  <a:t>基本功能</a:t>
                </a:r>
                <a:endParaRPr lang="zh-CN" altLang="en-US" sz="2000" dirty="0">
                  <a:solidFill>
                    <a:schemeClr val="tx1">
                      <a:lumMod val="65000"/>
                      <a:lumOff val="35000"/>
                    </a:schemeClr>
                  </a:solidFill>
                </a:endParaRPr>
              </a:p>
            </p:txBody>
          </p:sp>
          <p:cxnSp>
            <p:nvCxnSpPr>
              <p:cNvPr id="14" name="直接连接符 13"/>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2" name="矩形 11"/>
            <p:cNvSpPr/>
            <p:nvPr/>
          </p:nvSpPr>
          <p:spPr>
            <a:xfrm>
              <a:off x="979134" y="5107955"/>
              <a:ext cx="2498358" cy="306559"/>
            </a:xfrm>
            <a:prstGeom prst="rect">
              <a:avLst/>
            </a:prstGeom>
          </p:spPr>
          <p:txBody>
            <a:bodyPr wrap="square">
              <a:spAutoFit/>
            </a:bodyPr>
            <a:lstStyle/>
            <a:p>
              <a:pPr algn="ctr">
                <a:lnSpc>
                  <a:spcPct val="150000"/>
                </a:lnSpc>
              </a:pPr>
              <a:endParaRPr lang="zh-CN" altLang="en-US" sz="1100" dirty="0">
                <a:solidFill>
                  <a:schemeClr val="tx1">
                    <a:lumMod val="75000"/>
                    <a:lumOff val="25000"/>
                  </a:schemeClr>
                </a:solidFill>
                <a:latin typeface="华文细黑" panose="02010600040101010101" pitchFamily="2" charset="-122"/>
                <a:ea typeface="华文细黑" panose="02010600040101010101" pitchFamily="2" charset="-122"/>
              </a:endParaRPr>
            </a:p>
          </p:txBody>
        </p:sp>
      </p:grpSp>
      <p:grpSp>
        <p:nvGrpSpPr>
          <p:cNvPr id="15" name="PA_库_组合 14"/>
          <p:cNvGrpSpPr/>
          <p:nvPr>
            <p:custDataLst>
              <p:tags r:id="rId6"/>
            </p:custDataLst>
          </p:nvPr>
        </p:nvGrpSpPr>
        <p:grpSpPr>
          <a:xfrm>
            <a:off x="8824370" y="4045003"/>
            <a:ext cx="2498358" cy="939496"/>
            <a:chOff x="979134" y="4475018"/>
            <a:chExt cx="2498358" cy="939496"/>
          </a:xfrm>
        </p:grpSpPr>
        <p:grpSp>
          <p:nvGrpSpPr>
            <p:cNvPr id="16" name="组合 15"/>
            <p:cNvGrpSpPr/>
            <p:nvPr/>
          </p:nvGrpSpPr>
          <p:grpSpPr>
            <a:xfrm>
              <a:off x="1567479" y="4475018"/>
              <a:ext cx="1321669" cy="472680"/>
              <a:chOff x="2188772" y="2888701"/>
              <a:chExt cx="1321669" cy="472680"/>
            </a:xfrm>
          </p:grpSpPr>
          <p:sp>
            <p:nvSpPr>
              <p:cNvPr id="18" name="文本框 17"/>
              <p:cNvSpPr txBox="1"/>
              <p:nvPr/>
            </p:nvSpPr>
            <p:spPr>
              <a:xfrm>
                <a:off x="2188772" y="2888701"/>
                <a:ext cx="1321669"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smtClean="0">
                    <a:solidFill>
                      <a:schemeClr val="tx1">
                        <a:lumMod val="65000"/>
                        <a:lumOff val="35000"/>
                      </a:schemeClr>
                    </a:solidFill>
                  </a:rPr>
                  <a:t>更多功能</a:t>
                </a:r>
                <a:endParaRPr lang="zh-CN" altLang="en-US" sz="2000" dirty="0">
                  <a:solidFill>
                    <a:schemeClr val="tx1">
                      <a:lumMod val="65000"/>
                      <a:lumOff val="35000"/>
                    </a:schemeClr>
                  </a:solidFill>
                </a:endParaRPr>
              </a:p>
            </p:txBody>
          </p:sp>
          <p:cxnSp>
            <p:nvCxnSpPr>
              <p:cNvPr id="19" name="直接连接符 18"/>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979134" y="5107955"/>
              <a:ext cx="2498358" cy="306559"/>
            </a:xfrm>
            <a:prstGeom prst="rect">
              <a:avLst/>
            </a:prstGeom>
          </p:spPr>
          <p:txBody>
            <a:bodyPr wrap="square">
              <a:spAutoFit/>
            </a:bodyPr>
            <a:lstStyle/>
            <a:p>
              <a:pPr algn="ctr">
                <a:lnSpc>
                  <a:spcPct val="150000"/>
                </a:lnSpc>
              </a:pPr>
              <a:endParaRPr lang="zh-CN" altLang="en-US" sz="1100" dirty="0">
                <a:solidFill>
                  <a:schemeClr val="tx1">
                    <a:lumMod val="75000"/>
                    <a:lumOff val="25000"/>
                  </a:schemeClr>
                </a:solidFill>
                <a:latin typeface="华文细黑" panose="02010600040101010101" pitchFamily="2" charset="-122"/>
                <a:ea typeface="华文细黑" panose="02010600040101010101" pitchFamily="2" charset="-122"/>
              </a:endParaRPr>
            </a:p>
          </p:txBody>
        </p:sp>
      </p:grpSp>
      <p:grpSp>
        <p:nvGrpSpPr>
          <p:cNvPr id="20" name="PA_库_组合 19"/>
          <p:cNvGrpSpPr/>
          <p:nvPr>
            <p:custDataLst>
              <p:tags r:id="rId7"/>
            </p:custDataLst>
          </p:nvPr>
        </p:nvGrpSpPr>
        <p:grpSpPr>
          <a:xfrm rot="10800000">
            <a:off x="1323773" y="2175164"/>
            <a:ext cx="1371600" cy="1371600"/>
            <a:chOff x="7121236" y="2175164"/>
            <a:chExt cx="1371600" cy="1371600"/>
          </a:xfrm>
        </p:grpSpPr>
        <p:sp>
          <p:nvSpPr>
            <p:cNvPr id="21" name="椭圆 20"/>
            <p:cNvSpPr/>
            <p:nvPr/>
          </p:nvSpPr>
          <p:spPr>
            <a:xfrm>
              <a:off x="7121236" y="2175164"/>
              <a:ext cx="1371600" cy="1371600"/>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p:cNvPicPr>
              <a:picLocks noChangeAspect="1"/>
            </p:cNvPicPr>
            <p:nvPr/>
          </p:nvPicPr>
          <p:blipFill>
            <a:blip r:embed="rId2" cstate="screen"/>
            <a:stretch>
              <a:fillRect/>
            </a:stretch>
          </p:blipFill>
          <p:spPr>
            <a:xfrm>
              <a:off x="7481874" y="2430112"/>
              <a:ext cx="650325" cy="861704"/>
            </a:xfrm>
            <a:prstGeom prst="rect">
              <a:avLst/>
            </a:prstGeom>
          </p:spPr>
        </p:pic>
      </p:grpSp>
      <p:grpSp>
        <p:nvGrpSpPr>
          <p:cNvPr id="23" name="PA_库_组合 22"/>
          <p:cNvGrpSpPr/>
          <p:nvPr>
            <p:custDataLst>
              <p:tags r:id="rId8"/>
            </p:custDataLst>
          </p:nvPr>
        </p:nvGrpSpPr>
        <p:grpSpPr>
          <a:xfrm rot="10800000">
            <a:off x="3873284" y="2175164"/>
            <a:ext cx="1371600" cy="1371600"/>
            <a:chOff x="9476508" y="2175164"/>
            <a:chExt cx="1371600" cy="1371600"/>
          </a:xfrm>
        </p:grpSpPr>
        <p:sp>
          <p:nvSpPr>
            <p:cNvPr id="24" name="椭圆 23"/>
            <p:cNvSpPr/>
            <p:nvPr/>
          </p:nvSpPr>
          <p:spPr>
            <a:xfrm>
              <a:off x="9476508" y="2175164"/>
              <a:ext cx="1371600" cy="1371600"/>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5" name="图片 24"/>
            <p:cNvPicPr>
              <a:picLocks noChangeAspect="1"/>
            </p:cNvPicPr>
            <p:nvPr/>
          </p:nvPicPr>
          <p:blipFill>
            <a:blip r:embed="rId4" cstate="screen"/>
            <a:stretch>
              <a:fillRect/>
            </a:stretch>
          </p:blipFill>
          <p:spPr>
            <a:xfrm>
              <a:off x="9993036" y="2424546"/>
              <a:ext cx="338545" cy="872836"/>
            </a:xfrm>
            <a:prstGeom prst="rect">
              <a:avLst/>
            </a:prstGeom>
          </p:spPr>
        </p:pic>
      </p:grpSp>
      <p:grpSp>
        <p:nvGrpSpPr>
          <p:cNvPr id="26" name="PA_库_组合 25"/>
          <p:cNvGrpSpPr/>
          <p:nvPr>
            <p:custDataLst>
              <p:tags r:id="rId9"/>
            </p:custDataLst>
          </p:nvPr>
        </p:nvGrpSpPr>
        <p:grpSpPr>
          <a:xfrm>
            <a:off x="760394" y="4045003"/>
            <a:ext cx="2498358" cy="939496"/>
            <a:chOff x="979134" y="4475018"/>
            <a:chExt cx="2498358" cy="939496"/>
          </a:xfrm>
        </p:grpSpPr>
        <p:grpSp>
          <p:nvGrpSpPr>
            <p:cNvPr id="27" name="组合 26"/>
            <p:cNvGrpSpPr/>
            <p:nvPr/>
          </p:nvGrpSpPr>
          <p:grpSpPr>
            <a:xfrm>
              <a:off x="1567479" y="4475018"/>
              <a:ext cx="1321669" cy="472680"/>
              <a:chOff x="2188772" y="2888701"/>
              <a:chExt cx="1321669" cy="472680"/>
            </a:xfrm>
          </p:grpSpPr>
          <p:sp>
            <p:nvSpPr>
              <p:cNvPr id="29" name="文本框 28"/>
              <p:cNvSpPr txBox="1"/>
              <p:nvPr/>
            </p:nvSpPr>
            <p:spPr>
              <a:xfrm>
                <a:off x="2188772" y="2888701"/>
                <a:ext cx="1321669"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smtClean="0">
                    <a:solidFill>
                      <a:schemeClr val="tx1">
                        <a:lumMod val="65000"/>
                        <a:lumOff val="35000"/>
                      </a:schemeClr>
                    </a:solidFill>
                  </a:rPr>
                  <a:t>界面</a:t>
                </a:r>
                <a:endParaRPr lang="zh-CN" altLang="en-US" sz="2000" dirty="0">
                  <a:solidFill>
                    <a:schemeClr val="tx1">
                      <a:lumMod val="65000"/>
                      <a:lumOff val="35000"/>
                    </a:schemeClr>
                  </a:solidFill>
                </a:endParaRPr>
              </a:p>
            </p:txBody>
          </p:sp>
          <p:cxnSp>
            <p:nvCxnSpPr>
              <p:cNvPr id="30" name="直接连接符 29"/>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28" name="矩形 27"/>
            <p:cNvSpPr/>
            <p:nvPr/>
          </p:nvSpPr>
          <p:spPr>
            <a:xfrm>
              <a:off x="979134" y="5107955"/>
              <a:ext cx="2498358" cy="306559"/>
            </a:xfrm>
            <a:prstGeom prst="rect">
              <a:avLst/>
            </a:prstGeom>
          </p:spPr>
          <p:txBody>
            <a:bodyPr wrap="square">
              <a:spAutoFit/>
            </a:bodyPr>
            <a:lstStyle/>
            <a:p>
              <a:pPr algn="ctr">
                <a:lnSpc>
                  <a:spcPct val="150000"/>
                </a:lnSpc>
              </a:pPr>
              <a:endParaRPr lang="zh-CN" altLang="en-US" sz="1100" dirty="0">
                <a:solidFill>
                  <a:schemeClr val="tx1">
                    <a:lumMod val="75000"/>
                    <a:lumOff val="25000"/>
                  </a:schemeClr>
                </a:solidFill>
                <a:latin typeface="华文细黑" panose="02010600040101010101" pitchFamily="2" charset="-122"/>
                <a:ea typeface="华文细黑" panose="02010600040101010101" pitchFamily="2" charset="-122"/>
              </a:endParaRPr>
            </a:p>
          </p:txBody>
        </p:sp>
      </p:grpSp>
      <p:grpSp>
        <p:nvGrpSpPr>
          <p:cNvPr id="31" name="PA_库_组合 30"/>
          <p:cNvGrpSpPr/>
          <p:nvPr>
            <p:custDataLst>
              <p:tags r:id="rId10"/>
            </p:custDataLst>
          </p:nvPr>
        </p:nvGrpSpPr>
        <p:grpSpPr>
          <a:xfrm>
            <a:off x="3284939" y="4045003"/>
            <a:ext cx="2498358" cy="939496"/>
            <a:chOff x="979134" y="4475018"/>
            <a:chExt cx="2498358" cy="939496"/>
          </a:xfrm>
        </p:grpSpPr>
        <p:grpSp>
          <p:nvGrpSpPr>
            <p:cNvPr id="32" name="组合 31"/>
            <p:cNvGrpSpPr/>
            <p:nvPr/>
          </p:nvGrpSpPr>
          <p:grpSpPr>
            <a:xfrm>
              <a:off x="1567479" y="4475018"/>
              <a:ext cx="1321669" cy="472680"/>
              <a:chOff x="2188772" y="2888701"/>
              <a:chExt cx="1321669" cy="472680"/>
            </a:xfrm>
          </p:grpSpPr>
          <p:sp>
            <p:nvSpPr>
              <p:cNvPr id="34" name="文本框 33"/>
              <p:cNvSpPr txBox="1"/>
              <p:nvPr/>
            </p:nvSpPr>
            <p:spPr>
              <a:xfrm>
                <a:off x="2188772" y="2888701"/>
                <a:ext cx="1321669" cy="400110"/>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zh-CN" altLang="en-US" sz="2000" dirty="0" smtClean="0">
                    <a:solidFill>
                      <a:schemeClr val="tx1">
                        <a:lumMod val="65000"/>
                        <a:lumOff val="35000"/>
                      </a:schemeClr>
                    </a:solidFill>
                  </a:rPr>
                  <a:t>数据</a:t>
                </a:r>
                <a:endParaRPr lang="zh-CN" altLang="en-US" sz="2000" dirty="0">
                  <a:solidFill>
                    <a:schemeClr val="tx1">
                      <a:lumMod val="65000"/>
                      <a:lumOff val="35000"/>
                    </a:schemeClr>
                  </a:solidFill>
                </a:endParaRPr>
              </a:p>
            </p:txBody>
          </p:sp>
          <p:cxnSp>
            <p:nvCxnSpPr>
              <p:cNvPr id="35" name="直接连接符 34"/>
              <p:cNvCxnSpPr/>
              <p:nvPr/>
            </p:nvCxnSpPr>
            <p:spPr>
              <a:xfrm>
                <a:off x="2628135" y="3361381"/>
                <a:ext cx="44294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33" name="矩形 32"/>
            <p:cNvSpPr/>
            <p:nvPr/>
          </p:nvSpPr>
          <p:spPr>
            <a:xfrm>
              <a:off x="979134" y="5107955"/>
              <a:ext cx="2498358" cy="306559"/>
            </a:xfrm>
            <a:prstGeom prst="rect">
              <a:avLst/>
            </a:prstGeom>
          </p:spPr>
          <p:txBody>
            <a:bodyPr wrap="square">
              <a:spAutoFit/>
            </a:bodyPr>
            <a:lstStyle/>
            <a:p>
              <a:pPr algn="ctr">
                <a:lnSpc>
                  <a:spcPct val="150000"/>
                </a:lnSpc>
              </a:pPr>
              <a:endParaRPr lang="zh-CN" altLang="en-US" sz="1100" dirty="0">
                <a:solidFill>
                  <a:schemeClr val="tx1">
                    <a:lumMod val="75000"/>
                    <a:lumOff val="25000"/>
                  </a:schemeClr>
                </a:solidFill>
                <a:latin typeface="华文细黑" panose="02010600040101010101" pitchFamily="2" charset="-122"/>
                <a:ea typeface="华文细黑" panose="02010600040101010101" pitchFamily="2" charset="-122"/>
              </a:endParaRPr>
            </a:p>
          </p:txBody>
        </p:sp>
      </p:grpSp>
      <p:sp>
        <p:nvSpPr>
          <p:cNvPr id="36" name="矩形 35"/>
          <p:cNvSpPr/>
          <p:nvPr/>
        </p:nvSpPr>
        <p:spPr>
          <a:xfrm>
            <a:off x="4319314" y="471751"/>
            <a:ext cx="3553372" cy="461665"/>
          </a:xfrm>
          <a:prstGeom prst="rect">
            <a:avLst/>
          </a:prstGeom>
        </p:spPr>
        <p:txBody>
          <a:bodyPr wrap="square">
            <a:spAutoFit/>
          </a:bodyPr>
          <a:lstStyle/>
          <a:p>
            <a:pPr algn="dist"/>
            <a:r>
              <a:rPr lang="zh-CN" altLang="en-US" sz="2400" dirty="0" smtClean="0">
                <a:solidFill>
                  <a:schemeClr val="tx1">
                    <a:lumMod val="65000"/>
                    <a:lumOff val="35000"/>
                  </a:schemeClr>
                </a:solidFill>
                <a:latin typeface="华文细黑" panose="02010600040101010101" pitchFamily="2" charset="-122"/>
                <a:ea typeface="华文细黑" panose="02010600040101010101" pitchFamily="2" charset="-122"/>
              </a:rPr>
              <a:t>总结与规划</a:t>
            </a:r>
            <a:endParaRPr lang="zh-CN" altLang="en-US" sz="2400" dirty="0">
              <a:solidFill>
                <a:schemeClr val="tx1">
                  <a:lumMod val="65000"/>
                  <a:lumOff val="35000"/>
                </a:schemeClr>
              </a:solidFill>
              <a:latin typeface="华文细黑" panose="02010600040101010101" pitchFamily="2" charset="-122"/>
              <a:ea typeface="华文细黑" panose="02010600040101010101" pitchFamily="2" charset="-122"/>
            </a:endParaRPr>
          </a:p>
        </p:txBody>
      </p:sp>
      <p:cxnSp>
        <p:nvCxnSpPr>
          <p:cNvPr id="37" name="直接连接符 36"/>
          <p:cNvCxnSpPr/>
          <p:nvPr/>
        </p:nvCxnSpPr>
        <p:spPr>
          <a:xfrm>
            <a:off x="5812972" y="1020503"/>
            <a:ext cx="566057"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Text Box 1"/>
          <p:cNvSpPr txBox="1"/>
          <p:nvPr/>
        </p:nvSpPr>
        <p:spPr>
          <a:xfrm>
            <a:off x="1306195" y="4950460"/>
            <a:ext cx="1502410" cy="922020"/>
          </a:xfrm>
          <a:prstGeom prst="rect">
            <a:avLst/>
          </a:prstGeom>
          <a:noFill/>
        </p:spPr>
        <p:txBody>
          <a:bodyPr wrap="square" rtlCol="0">
            <a:spAutoFit/>
          </a:bodyPr>
          <a:p>
            <a:r>
              <a:rPr lang="zh-CN" altLang="en-US"/>
              <a:t>选择</a:t>
            </a:r>
            <a:r>
              <a:rPr lang="en-US" altLang="zh-CN"/>
              <a:t>UI</a:t>
            </a:r>
            <a:r>
              <a:rPr lang="zh-CN" altLang="en-US"/>
              <a:t>设计优美的界面模版</a:t>
            </a:r>
            <a:endParaRPr lang="zh-CN" altLang="en-US"/>
          </a:p>
        </p:txBody>
      </p:sp>
      <p:sp>
        <p:nvSpPr>
          <p:cNvPr id="3" name="Text Box 2"/>
          <p:cNvSpPr txBox="1"/>
          <p:nvPr/>
        </p:nvSpPr>
        <p:spPr>
          <a:xfrm>
            <a:off x="3808095" y="4943475"/>
            <a:ext cx="1502410" cy="645160"/>
          </a:xfrm>
          <a:prstGeom prst="rect">
            <a:avLst/>
          </a:prstGeom>
          <a:noFill/>
        </p:spPr>
        <p:txBody>
          <a:bodyPr wrap="square" rtlCol="0">
            <a:spAutoFit/>
          </a:bodyPr>
          <a:p>
            <a:r>
              <a:rPr lang="zh-CN" altLang="en-US"/>
              <a:t>注意上传数据的格式</a:t>
            </a:r>
            <a:endParaRPr lang="zh-CN" altLang="en-US"/>
          </a:p>
        </p:txBody>
      </p:sp>
      <p:sp>
        <p:nvSpPr>
          <p:cNvPr id="41" name="Text Box 40"/>
          <p:cNvSpPr txBox="1"/>
          <p:nvPr/>
        </p:nvSpPr>
        <p:spPr>
          <a:xfrm>
            <a:off x="6888480" y="4943475"/>
            <a:ext cx="1502410" cy="645160"/>
          </a:xfrm>
          <a:prstGeom prst="rect">
            <a:avLst/>
          </a:prstGeom>
          <a:noFill/>
        </p:spPr>
        <p:txBody>
          <a:bodyPr wrap="square" rtlCol="0">
            <a:spAutoFit/>
          </a:bodyPr>
          <a:p>
            <a:r>
              <a:rPr lang="zh-CN" altLang="en-US"/>
              <a:t>熟悉数据库的操作</a:t>
            </a:r>
            <a:endParaRPr lang="zh-CN" altLang="en-US"/>
          </a:p>
        </p:txBody>
      </p:sp>
      <p:sp>
        <p:nvSpPr>
          <p:cNvPr id="42" name="Text Box 41"/>
          <p:cNvSpPr txBox="1"/>
          <p:nvPr/>
        </p:nvSpPr>
        <p:spPr>
          <a:xfrm>
            <a:off x="9314180" y="4943475"/>
            <a:ext cx="1502410" cy="922020"/>
          </a:xfrm>
          <a:prstGeom prst="rect">
            <a:avLst/>
          </a:prstGeom>
          <a:noFill/>
        </p:spPr>
        <p:txBody>
          <a:bodyPr wrap="square" rtlCol="0">
            <a:spAutoFit/>
          </a:bodyPr>
          <a:p>
            <a:r>
              <a:rPr lang="zh-CN" altLang="en-US"/>
              <a:t>优化一下数据库读写操作</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5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5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15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15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53" presetClass="entr" presetSubtype="16" fill="hold" nodeType="withEffect">
                                  <p:stCondLst>
                                    <p:cond delay="150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par>
                                <p:cTn id="22" presetID="53" presetClass="entr" presetSubtype="16" fill="hold" nodeType="withEffect">
                                  <p:stCondLst>
                                    <p:cond delay="150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par>
                                <p:cTn id="27" presetID="53" presetClass="entr" presetSubtype="16" fill="hold" nodeType="withEffect">
                                  <p:stCondLst>
                                    <p:cond delay="1500"/>
                                  </p:stCondLst>
                                  <p:childTnLst>
                                    <p:set>
                                      <p:cBhvr>
                                        <p:cTn id="28" dur="1" fill="hold">
                                          <p:stCondLst>
                                            <p:cond delay="0"/>
                                          </p:stCondLst>
                                        </p:cTn>
                                        <p:tgtEl>
                                          <p:spTgt spid="20"/>
                                        </p:tgtEl>
                                        <p:attrNameLst>
                                          <p:attrName>style.visibility</p:attrName>
                                        </p:attrNameLst>
                                      </p:cBhvr>
                                      <p:to>
                                        <p:strVal val="visible"/>
                                      </p:to>
                                    </p:set>
                                    <p:anim calcmode="lin" valueType="num">
                                      <p:cBhvr>
                                        <p:cTn id="29" dur="500" fill="hold"/>
                                        <p:tgtEl>
                                          <p:spTgt spid="20"/>
                                        </p:tgtEl>
                                        <p:attrNameLst>
                                          <p:attrName>ppt_w</p:attrName>
                                        </p:attrNameLst>
                                      </p:cBhvr>
                                      <p:tavLst>
                                        <p:tav tm="0">
                                          <p:val>
                                            <p:fltVal val="0"/>
                                          </p:val>
                                        </p:tav>
                                        <p:tav tm="100000">
                                          <p:val>
                                            <p:strVal val="#ppt_w"/>
                                          </p:val>
                                        </p:tav>
                                      </p:tavLst>
                                    </p:anim>
                                    <p:anim calcmode="lin" valueType="num">
                                      <p:cBhvr>
                                        <p:cTn id="30" dur="500" fill="hold"/>
                                        <p:tgtEl>
                                          <p:spTgt spid="20"/>
                                        </p:tgtEl>
                                        <p:attrNameLst>
                                          <p:attrName>ppt_h</p:attrName>
                                        </p:attrNameLst>
                                      </p:cBhvr>
                                      <p:tavLst>
                                        <p:tav tm="0">
                                          <p:val>
                                            <p:fltVal val="0"/>
                                          </p:val>
                                        </p:tav>
                                        <p:tav tm="100000">
                                          <p:val>
                                            <p:strVal val="#ppt_h"/>
                                          </p:val>
                                        </p:tav>
                                      </p:tavLst>
                                    </p:anim>
                                    <p:animEffect transition="in" filter="fade">
                                      <p:cBhvr>
                                        <p:cTn id="31" dur="500"/>
                                        <p:tgtEl>
                                          <p:spTgt spid="20"/>
                                        </p:tgtEl>
                                      </p:cBhvr>
                                    </p:animEffect>
                                  </p:childTnLst>
                                </p:cTn>
                              </p:par>
                              <p:par>
                                <p:cTn id="32" presetID="53" presetClass="entr" presetSubtype="16" fill="hold" nodeType="withEffect">
                                  <p:stCondLst>
                                    <p:cond delay="1500"/>
                                  </p:stCondLst>
                                  <p:childTnLst>
                                    <p:set>
                                      <p:cBhvr>
                                        <p:cTn id="33" dur="1" fill="hold">
                                          <p:stCondLst>
                                            <p:cond delay="0"/>
                                          </p:stCondLst>
                                        </p:cTn>
                                        <p:tgtEl>
                                          <p:spTgt spid="23"/>
                                        </p:tgtEl>
                                        <p:attrNameLst>
                                          <p:attrName>style.visibility</p:attrName>
                                        </p:attrNameLst>
                                      </p:cBhvr>
                                      <p:to>
                                        <p:strVal val="visible"/>
                                      </p:to>
                                    </p:set>
                                    <p:anim calcmode="lin" valueType="num">
                                      <p:cBhvr>
                                        <p:cTn id="34" dur="500" fill="hold"/>
                                        <p:tgtEl>
                                          <p:spTgt spid="23"/>
                                        </p:tgtEl>
                                        <p:attrNameLst>
                                          <p:attrName>ppt_w</p:attrName>
                                        </p:attrNameLst>
                                      </p:cBhvr>
                                      <p:tavLst>
                                        <p:tav tm="0">
                                          <p:val>
                                            <p:fltVal val="0"/>
                                          </p:val>
                                        </p:tav>
                                        <p:tav tm="100000">
                                          <p:val>
                                            <p:strVal val="#ppt_w"/>
                                          </p:val>
                                        </p:tav>
                                      </p:tavLst>
                                    </p:anim>
                                    <p:anim calcmode="lin" valueType="num">
                                      <p:cBhvr>
                                        <p:cTn id="35" dur="500" fill="hold"/>
                                        <p:tgtEl>
                                          <p:spTgt spid="23"/>
                                        </p:tgtEl>
                                        <p:attrNameLst>
                                          <p:attrName>ppt_h</p:attrName>
                                        </p:attrNameLst>
                                      </p:cBhvr>
                                      <p:tavLst>
                                        <p:tav tm="0">
                                          <p:val>
                                            <p:fltVal val="0"/>
                                          </p:val>
                                        </p:tav>
                                        <p:tav tm="100000">
                                          <p:val>
                                            <p:strVal val="#ppt_h"/>
                                          </p:val>
                                        </p:tav>
                                      </p:tavLst>
                                    </p:anim>
                                    <p:animEffect transition="in" filter="fade">
                                      <p:cBhvr>
                                        <p:cTn id="36" dur="500"/>
                                        <p:tgtEl>
                                          <p:spTgt spid="23"/>
                                        </p:tgtEl>
                                      </p:cBhvr>
                                    </p:animEffect>
                                  </p:childTnLst>
                                </p:cTn>
                              </p:par>
                              <p:par>
                                <p:cTn id="37" presetID="6" presetClass="emph" presetSubtype="0" accel="30000" decel="26000" autoRev="1" fill="hold" nodeType="withEffect">
                                  <p:stCondLst>
                                    <p:cond delay="1900"/>
                                  </p:stCondLst>
                                  <p:childTnLst>
                                    <p:animScale>
                                      <p:cBhvr>
                                        <p:cTn id="38" dur="500" fill="hold"/>
                                        <p:tgtEl>
                                          <p:spTgt spid="4"/>
                                        </p:tgtEl>
                                      </p:cBhvr>
                                      <p:by x="110000" y="110000"/>
                                    </p:animScale>
                                  </p:childTnLst>
                                </p:cTn>
                              </p:par>
                              <p:par>
                                <p:cTn id="39" presetID="6" presetClass="emph" presetSubtype="0" accel="30000" decel="26000" autoRev="1" fill="hold" nodeType="withEffect">
                                  <p:stCondLst>
                                    <p:cond delay="1900"/>
                                  </p:stCondLst>
                                  <p:childTnLst>
                                    <p:animScale>
                                      <p:cBhvr>
                                        <p:cTn id="40" dur="500" fill="hold"/>
                                        <p:tgtEl>
                                          <p:spTgt spid="7"/>
                                        </p:tgtEl>
                                      </p:cBhvr>
                                      <p:by x="110000" y="110000"/>
                                    </p:animScale>
                                  </p:childTnLst>
                                </p:cTn>
                              </p:par>
                              <p:par>
                                <p:cTn id="41" presetID="6" presetClass="emph" presetSubtype="0" accel="30000" decel="26000" autoRev="1" fill="hold" nodeType="withEffect">
                                  <p:stCondLst>
                                    <p:cond delay="1900"/>
                                  </p:stCondLst>
                                  <p:childTnLst>
                                    <p:animScale>
                                      <p:cBhvr>
                                        <p:cTn id="42" dur="500" fill="hold"/>
                                        <p:tgtEl>
                                          <p:spTgt spid="20"/>
                                        </p:tgtEl>
                                      </p:cBhvr>
                                      <p:by x="110000" y="110000"/>
                                    </p:animScale>
                                  </p:childTnLst>
                                </p:cTn>
                              </p:par>
                              <p:par>
                                <p:cTn id="43" presetID="6" presetClass="emph" presetSubtype="0" accel="30000" decel="26000" autoRev="1" fill="hold" nodeType="withEffect">
                                  <p:stCondLst>
                                    <p:cond delay="1900"/>
                                  </p:stCondLst>
                                  <p:childTnLst>
                                    <p:animScale>
                                      <p:cBhvr>
                                        <p:cTn id="44" dur="500" fill="hold"/>
                                        <p:tgtEl>
                                          <p:spTgt spid="23"/>
                                        </p:tgtEl>
                                      </p:cBhvr>
                                      <p:by x="110000" y="110000"/>
                                    </p:animScale>
                                  </p:childTnLst>
                                </p:cTn>
                              </p:par>
                              <p:par>
                                <p:cTn id="45" presetID="2" presetClass="entr" presetSubtype="4" decel="100000" fill="hold" nodeType="withEffect">
                                  <p:stCondLst>
                                    <p:cond delay="25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0" fill="hold"/>
                                        <p:tgtEl>
                                          <p:spTgt spid="10"/>
                                        </p:tgtEl>
                                        <p:attrNameLst>
                                          <p:attrName>ppt_x</p:attrName>
                                        </p:attrNameLst>
                                      </p:cBhvr>
                                      <p:tavLst>
                                        <p:tav tm="0">
                                          <p:val>
                                            <p:strVal val="#ppt_x"/>
                                          </p:val>
                                        </p:tav>
                                        <p:tav tm="100000">
                                          <p:val>
                                            <p:strVal val="#ppt_x"/>
                                          </p:val>
                                        </p:tav>
                                      </p:tavLst>
                                    </p:anim>
                                    <p:anim calcmode="lin" valueType="num">
                                      <p:cBhvr additive="base">
                                        <p:cTn id="48" dur="1500" fill="hold"/>
                                        <p:tgtEl>
                                          <p:spTgt spid="10"/>
                                        </p:tgtEl>
                                        <p:attrNameLst>
                                          <p:attrName>ppt_y</p:attrName>
                                        </p:attrNameLst>
                                      </p:cBhvr>
                                      <p:tavLst>
                                        <p:tav tm="0">
                                          <p:val>
                                            <p:strVal val="1+#ppt_h/2"/>
                                          </p:val>
                                        </p:tav>
                                        <p:tav tm="100000">
                                          <p:val>
                                            <p:strVal val="#ppt_y"/>
                                          </p:val>
                                        </p:tav>
                                      </p:tavLst>
                                    </p:anim>
                                  </p:childTnLst>
                                </p:cTn>
                              </p:par>
                              <p:par>
                                <p:cTn id="49" presetID="2" presetClass="entr" presetSubtype="4" decel="100000" fill="hold" nodeType="withEffect">
                                  <p:stCondLst>
                                    <p:cond delay="25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1500" fill="hold"/>
                                        <p:tgtEl>
                                          <p:spTgt spid="15"/>
                                        </p:tgtEl>
                                        <p:attrNameLst>
                                          <p:attrName>ppt_x</p:attrName>
                                        </p:attrNameLst>
                                      </p:cBhvr>
                                      <p:tavLst>
                                        <p:tav tm="0">
                                          <p:val>
                                            <p:strVal val="#ppt_x"/>
                                          </p:val>
                                        </p:tav>
                                        <p:tav tm="100000">
                                          <p:val>
                                            <p:strVal val="#ppt_x"/>
                                          </p:val>
                                        </p:tav>
                                      </p:tavLst>
                                    </p:anim>
                                    <p:anim calcmode="lin" valueType="num">
                                      <p:cBhvr additive="base">
                                        <p:cTn id="52" dur="1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decel="100000" fill="hold" nodeType="withEffect">
                                  <p:stCondLst>
                                    <p:cond delay="250"/>
                                  </p:stCondLst>
                                  <p:childTnLst>
                                    <p:set>
                                      <p:cBhvr>
                                        <p:cTn id="54" dur="1" fill="hold">
                                          <p:stCondLst>
                                            <p:cond delay="0"/>
                                          </p:stCondLst>
                                        </p:cTn>
                                        <p:tgtEl>
                                          <p:spTgt spid="26"/>
                                        </p:tgtEl>
                                        <p:attrNameLst>
                                          <p:attrName>style.visibility</p:attrName>
                                        </p:attrNameLst>
                                      </p:cBhvr>
                                      <p:to>
                                        <p:strVal val="visible"/>
                                      </p:to>
                                    </p:set>
                                    <p:anim calcmode="lin" valueType="num">
                                      <p:cBhvr additive="base">
                                        <p:cTn id="55" dur="1500" fill="hold"/>
                                        <p:tgtEl>
                                          <p:spTgt spid="26"/>
                                        </p:tgtEl>
                                        <p:attrNameLst>
                                          <p:attrName>ppt_x</p:attrName>
                                        </p:attrNameLst>
                                      </p:cBhvr>
                                      <p:tavLst>
                                        <p:tav tm="0">
                                          <p:val>
                                            <p:strVal val="#ppt_x"/>
                                          </p:val>
                                        </p:tav>
                                        <p:tav tm="100000">
                                          <p:val>
                                            <p:strVal val="#ppt_x"/>
                                          </p:val>
                                        </p:tav>
                                      </p:tavLst>
                                    </p:anim>
                                    <p:anim calcmode="lin" valueType="num">
                                      <p:cBhvr additive="base">
                                        <p:cTn id="56" dur="1500" fill="hold"/>
                                        <p:tgtEl>
                                          <p:spTgt spid="26"/>
                                        </p:tgtEl>
                                        <p:attrNameLst>
                                          <p:attrName>ppt_y</p:attrName>
                                        </p:attrNameLst>
                                      </p:cBhvr>
                                      <p:tavLst>
                                        <p:tav tm="0">
                                          <p:val>
                                            <p:strVal val="1+#ppt_h/2"/>
                                          </p:val>
                                        </p:tav>
                                        <p:tav tm="100000">
                                          <p:val>
                                            <p:strVal val="#ppt_y"/>
                                          </p:val>
                                        </p:tav>
                                      </p:tavLst>
                                    </p:anim>
                                  </p:childTnLst>
                                </p:cTn>
                              </p:par>
                              <p:par>
                                <p:cTn id="57" presetID="2" presetClass="entr" presetSubtype="4" decel="100000" fill="hold" nodeType="withEffect">
                                  <p:stCondLst>
                                    <p:cond delay="250"/>
                                  </p:stCondLst>
                                  <p:childTnLst>
                                    <p:set>
                                      <p:cBhvr>
                                        <p:cTn id="58" dur="1" fill="hold">
                                          <p:stCondLst>
                                            <p:cond delay="0"/>
                                          </p:stCondLst>
                                        </p:cTn>
                                        <p:tgtEl>
                                          <p:spTgt spid="31"/>
                                        </p:tgtEl>
                                        <p:attrNameLst>
                                          <p:attrName>style.visibility</p:attrName>
                                        </p:attrNameLst>
                                      </p:cBhvr>
                                      <p:to>
                                        <p:strVal val="visible"/>
                                      </p:to>
                                    </p:set>
                                    <p:anim calcmode="lin" valueType="num">
                                      <p:cBhvr additive="base">
                                        <p:cTn id="59" dur="1500" fill="hold"/>
                                        <p:tgtEl>
                                          <p:spTgt spid="31"/>
                                        </p:tgtEl>
                                        <p:attrNameLst>
                                          <p:attrName>ppt_x</p:attrName>
                                        </p:attrNameLst>
                                      </p:cBhvr>
                                      <p:tavLst>
                                        <p:tav tm="0">
                                          <p:val>
                                            <p:strVal val="#ppt_x"/>
                                          </p:val>
                                        </p:tav>
                                        <p:tav tm="100000">
                                          <p:val>
                                            <p:strVal val="#ppt_x"/>
                                          </p:val>
                                        </p:tav>
                                      </p:tavLst>
                                    </p:anim>
                                    <p:anim calcmode="lin" valueType="num">
                                      <p:cBhvr additive="base">
                                        <p:cTn id="60" dur="1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A_库_文本框 62"/>
          <p:cNvSpPr txBox="1"/>
          <p:nvPr>
            <p:custDataLst>
              <p:tags r:id="rId1"/>
            </p:custDataLst>
          </p:nvPr>
        </p:nvSpPr>
        <p:spPr>
          <a:xfrm>
            <a:off x="1815463" y="4181059"/>
            <a:ext cx="8561075" cy="769441"/>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pPr algn="ctr"/>
            <a:r>
              <a:rPr lang="zh-CN" altLang="en-US" sz="4400" dirty="0">
                <a:solidFill>
                  <a:schemeClr val="tx1">
                    <a:lumMod val="65000"/>
                    <a:lumOff val="35000"/>
                  </a:schemeClr>
                </a:solidFill>
              </a:rPr>
              <a:t>谢谢！</a:t>
            </a:r>
            <a:endParaRPr lang="zh-CN" altLang="en-US" sz="4400" dirty="0">
              <a:solidFill>
                <a:schemeClr val="tx1">
                  <a:lumMod val="65000"/>
                  <a:lumOff val="35000"/>
                </a:schemeClr>
              </a:solidFill>
            </a:endParaRPr>
          </a:p>
        </p:txBody>
      </p:sp>
      <p:grpSp>
        <p:nvGrpSpPr>
          <p:cNvPr id="93" name="PA_库_组合 92"/>
          <p:cNvGrpSpPr/>
          <p:nvPr>
            <p:custDataLst>
              <p:tags r:id="rId2"/>
            </p:custDataLst>
          </p:nvPr>
        </p:nvGrpSpPr>
        <p:grpSpPr>
          <a:xfrm>
            <a:off x="1894677" y="4018167"/>
            <a:ext cx="8402646" cy="1089118"/>
            <a:chOff x="1894677" y="3960111"/>
            <a:chExt cx="8402646" cy="1089118"/>
          </a:xfrm>
        </p:grpSpPr>
        <p:grpSp>
          <p:nvGrpSpPr>
            <p:cNvPr id="83" name="组合 82"/>
            <p:cNvGrpSpPr/>
            <p:nvPr/>
          </p:nvGrpSpPr>
          <p:grpSpPr>
            <a:xfrm>
              <a:off x="1894677" y="3960111"/>
              <a:ext cx="8402646" cy="45719"/>
              <a:chOff x="1894677" y="3960111"/>
              <a:chExt cx="8732457" cy="45719"/>
            </a:xfrm>
          </p:grpSpPr>
          <p:sp>
            <p:nvSpPr>
              <p:cNvPr id="68" name="矩形 67"/>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4" name="组合 83"/>
            <p:cNvGrpSpPr/>
            <p:nvPr/>
          </p:nvGrpSpPr>
          <p:grpSpPr>
            <a:xfrm>
              <a:off x="1894677" y="5003510"/>
              <a:ext cx="8402646" cy="45719"/>
              <a:chOff x="1894677" y="3960111"/>
              <a:chExt cx="8732457" cy="45719"/>
            </a:xfrm>
          </p:grpSpPr>
          <p:sp>
            <p:nvSpPr>
              <p:cNvPr id="85" name="矩形 84"/>
              <p:cNvSpPr/>
              <p:nvPr/>
            </p:nvSpPr>
            <p:spPr>
              <a:xfrm flipV="1">
                <a:off x="1894677"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矩形 85"/>
              <p:cNvSpPr/>
              <p:nvPr/>
            </p:nvSpPr>
            <p:spPr>
              <a:xfrm flipV="1">
                <a:off x="3002011"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86"/>
              <p:cNvSpPr/>
              <p:nvPr/>
            </p:nvSpPr>
            <p:spPr>
              <a:xfrm flipV="1">
                <a:off x="4109345"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p:cNvSpPr/>
              <p:nvPr/>
            </p:nvSpPr>
            <p:spPr>
              <a:xfrm flipV="1">
                <a:off x="5216679"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矩形 88"/>
              <p:cNvSpPr/>
              <p:nvPr/>
            </p:nvSpPr>
            <p:spPr>
              <a:xfrm flipV="1">
                <a:off x="6324013" y="3960111"/>
                <a:ext cx="981117"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89"/>
              <p:cNvSpPr/>
              <p:nvPr/>
            </p:nvSpPr>
            <p:spPr>
              <a:xfrm flipV="1">
                <a:off x="7431347" y="3960111"/>
                <a:ext cx="981117"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p:cNvSpPr/>
              <p:nvPr/>
            </p:nvSpPr>
            <p:spPr>
              <a:xfrm flipV="1">
                <a:off x="8538681" y="3960111"/>
                <a:ext cx="981117"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flipV="1">
                <a:off x="9646017" y="3960111"/>
                <a:ext cx="981117"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95" name="PA_库_组合 94"/>
          <p:cNvGrpSpPr/>
          <p:nvPr>
            <p:custDataLst>
              <p:tags r:id="rId3"/>
            </p:custDataLst>
          </p:nvPr>
        </p:nvGrpSpPr>
        <p:grpSpPr>
          <a:xfrm>
            <a:off x="2054682" y="5381791"/>
            <a:ext cx="8117830" cy="460375"/>
            <a:chOff x="2666187" y="5463603"/>
            <a:chExt cx="8117830" cy="460375"/>
          </a:xfrm>
        </p:grpSpPr>
        <p:grpSp>
          <p:nvGrpSpPr>
            <p:cNvPr id="96" name="组合 95"/>
            <p:cNvGrpSpPr/>
            <p:nvPr/>
          </p:nvGrpSpPr>
          <p:grpSpPr>
            <a:xfrm>
              <a:off x="2666187" y="5463603"/>
              <a:ext cx="3374568" cy="460375"/>
              <a:chOff x="3428550" y="5305153"/>
              <a:chExt cx="3374568" cy="460375"/>
            </a:xfrm>
          </p:grpSpPr>
          <p:grpSp>
            <p:nvGrpSpPr>
              <p:cNvPr id="113" name="组合 112"/>
              <p:cNvGrpSpPr/>
              <p:nvPr/>
            </p:nvGrpSpPr>
            <p:grpSpPr>
              <a:xfrm>
                <a:off x="3428550" y="5329844"/>
                <a:ext cx="1695324" cy="400396"/>
                <a:chOff x="6378157" y="812498"/>
                <a:chExt cx="3854414" cy="508287"/>
              </a:xfrm>
            </p:grpSpPr>
            <p:sp>
              <p:nvSpPr>
                <p:cNvPr id="115" name="矩形: 圆角 16"/>
                <p:cNvSpPr/>
                <p:nvPr/>
              </p:nvSpPr>
              <p:spPr>
                <a:xfrm>
                  <a:off x="6378157" y="840549"/>
                  <a:ext cx="3854414" cy="480236"/>
                </a:xfrm>
                <a:prstGeom prst="roundRect">
                  <a:avLst>
                    <a:gd name="adj" fmla="val 50000"/>
                  </a:avLst>
                </a:prstGeom>
                <a:solidFill>
                  <a:schemeClr val="accent1"/>
                </a:solidFill>
                <a:ln w="38100">
                  <a:solidFill>
                    <a:srgbClr val="230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矩形: 圆角 18"/>
                <p:cNvSpPr/>
                <p:nvPr/>
              </p:nvSpPr>
              <p:spPr>
                <a:xfrm>
                  <a:off x="9328371"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圆角 18"/>
                <p:cNvSpPr/>
                <p:nvPr/>
              </p:nvSpPr>
              <p:spPr>
                <a:xfrm>
                  <a:off x="9015068"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8" name="组合 117"/>
                <p:cNvGrpSpPr/>
                <p:nvPr/>
              </p:nvGrpSpPr>
              <p:grpSpPr>
                <a:xfrm>
                  <a:off x="9542541" y="1050315"/>
                  <a:ext cx="534460" cy="60703"/>
                  <a:chOff x="5959475" y="2731534"/>
                  <a:chExt cx="368301" cy="57150"/>
                </a:xfrm>
              </p:grpSpPr>
              <p:sp>
                <p:nvSpPr>
                  <p:cNvPr id="126" name="矩形: 圆角 18"/>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9" name="组合 118"/>
                <p:cNvGrpSpPr/>
                <p:nvPr/>
              </p:nvGrpSpPr>
              <p:grpSpPr>
                <a:xfrm>
                  <a:off x="6439399" y="966943"/>
                  <a:ext cx="534460" cy="237187"/>
                  <a:chOff x="6747905" y="909461"/>
                  <a:chExt cx="534460" cy="237187"/>
                </a:xfrm>
              </p:grpSpPr>
              <p:grpSp>
                <p:nvGrpSpPr>
                  <p:cNvPr id="121" name="组合 120"/>
                  <p:cNvGrpSpPr/>
                  <p:nvPr/>
                </p:nvGrpSpPr>
                <p:grpSpPr>
                  <a:xfrm>
                    <a:off x="6747905" y="909461"/>
                    <a:ext cx="534460" cy="60703"/>
                    <a:chOff x="5959475" y="2731534"/>
                    <a:chExt cx="368301" cy="57150"/>
                  </a:xfrm>
                </p:grpSpPr>
                <p:sp>
                  <p:nvSpPr>
                    <p:cNvPr id="124" name="矩形: 圆角 123"/>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矩形: 圆角 18"/>
                  <p:cNvSpPr/>
                  <p:nvPr/>
                </p:nvSpPr>
                <p:spPr>
                  <a:xfrm>
                    <a:off x="6763387" y="1031202"/>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矩形: 圆角 18"/>
                  <p:cNvSpPr/>
                  <p:nvPr/>
                </p:nvSpPr>
                <p:spPr>
                  <a:xfrm>
                    <a:off x="7003942" y="1089810"/>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0" name="矩形 119"/>
                <p:cNvSpPr/>
                <p:nvPr/>
              </p:nvSpPr>
              <p:spPr>
                <a:xfrm>
                  <a:off x="7310563" y="856041"/>
                  <a:ext cx="1921253" cy="429781"/>
                </a:xfrm>
                <a:prstGeom prst="rect">
                  <a:avLst/>
                </a:prstGeom>
              </p:spPr>
              <p:txBody>
                <a:bodyPr wrap="square">
                  <a:spAutoFit/>
                </a:bodyPr>
                <a:lstStyle/>
                <a:p>
                  <a:pPr algn="dist"/>
                  <a:r>
                    <a:rPr lang="zh-CN" altLang="en-US" sz="1600" dirty="0">
                      <a:solidFill>
                        <a:schemeClr val="bg1"/>
                      </a:solidFill>
                      <a:latin typeface="华文细黑" panose="02010600040101010101" pitchFamily="2" charset="-122"/>
                      <a:ea typeface="华文细黑" panose="02010600040101010101" pitchFamily="2" charset="-122"/>
                    </a:rPr>
                    <a:t>汇报人</a:t>
                  </a:r>
                  <a:endParaRPr lang="zh-CN" altLang="en-US" sz="1600" dirty="0">
                    <a:solidFill>
                      <a:schemeClr val="bg1"/>
                    </a:solidFill>
                    <a:latin typeface="华文细黑" panose="02010600040101010101" pitchFamily="2" charset="-122"/>
                    <a:ea typeface="华文细黑" panose="02010600040101010101" pitchFamily="2" charset="-122"/>
                  </a:endParaRPr>
                </a:p>
              </p:txBody>
            </p:sp>
          </p:grpSp>
          <p:sp>
            <p:nvSpPr>
              <p:cNvPr id="114" name="文本框 113"/>
              <p:cNvSpPr txBox="1"/>
              <p:nvPr/>
            </p:nvSpPr>
            <p:spPr>
              <a:xfrm>
                <a:off x="5292779" y="5305153"/>
                <a:ext cx="1510339" cy="4603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pPr algn="l"/>
                <a:r>
                  <a:rPr lang="zh-CN" altLang="en-US" sz="2400" dirty="0">
                    <a:solidFill>
                      <a:schemeClr val="tx1">
                        <a:lumMod val="65000"/>
                        <a:lumOff val="35000"/>
                      </a:schemeClr>
                    </a:solidFill>
                  </a:rPr>
                  <a:t>王月</a:t>
                </a:r>
                <a:endParaRPr lang="zh-CN" altLang="en-US" sz="2400" dirty="0">
                  <a:solidFill>
                    <a:schemeClr val="tx1">
                      <a:lumMod val="65000"/>
                      <a:lumOff val="35000"/>
                    </a:schemeClr>
                  </a:solidFill>
                </a:endParaRPr>
              </a:p>
            </p:txBody>
          </p:sp>
        </p:grpSp>
        <p:grpSp>
          <p:nvGrpSpPr>
            <p:cNvPr id="97" name="组合 96"/>
            <p:cNvGrpSpPr/>
            <p:nvPr/>
          </p:nvGrpSpPr>
          <p:grpSpPr>
            <a:xfrm>
              <a:off x="6220272" y="5463603"/>
              <a:ext cx="4563745" cy="460375"/>
              <a:chOff x="3428550" y="5305153"/>
              <a:chExt cx="4563745" cy="460375"/>
            </a:xfrm>
          </p:grpSpPr>
          <p:grpSp>
            <p:nvGrpSpPr>
              <p:cNvPr id="98" name="组合 97"/>
              <p:cNvGrpSpPr/>
              <p:nvPr/>
            </p:nvGrpSpPr>
            <p:grpSpPr>
              <a:xfrm>
                <a:off x="3428550" y="5329844"/>
                <a:ext cx="1695324" cy="400396"/>
                <a:chOff x="6378157" y="812498"/>
                <a:chExt cx="3854414" cy="508287"/>
              </a:xfrm>
            </p:grpSpPr>
            <p:sp>
              <p:nvSpPr>
                <p:cNvPr id="100" name="矩形: 圆角 16"/>
                <p:cNvSpPr/>
                <p:nvPr/>
              </p:nvSpPr>
              <p:spPr>
                <a:xfrm>
                  <a:off x="6378157" y="840549"/>
                  <a:ext cx="3854414" cy="480236"/>
                </a:xfrm>
                <a:prstGeom prst="roundRect">
                  <a:avLst>
                    <a:gd name="adj" fmla="val 50000"/>
                  </a:avLst>
                </a:prstGeom>
                <a:solidFill>
                  <a:schemeClr val="accent2"/>
                </a:solidFill>
                <a:ln w="38100">
                  <a:solidFill>
                    <a:srgbClr val="230B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圆角 18"/>
                <p:cNvSpPr/>
                <p:nvPr/>
              </p:nvSpPr>
              <p:spPr>
                <a:xfrm>
                  <a:off x="9328371"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8"/>
                <p:cNvSpPr/>
                <p:nvPr/>
              </p:nvSpPr>
              <p:spPr>
                <a:xfrm>
                  <a:off x="9015068" y="812498"/>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3" name="组合 102"/>
                <p:cNvGrpSpPr/>
                <p:nvPr/>
              </p:nvGrpSpPr>
              <p:grpSpPr>
                <a:xfrm>
                  <a:off x="9542541" y="1050315"/>
                  <a:ext cx="534460" cy="60703"/>
                  <a:chOff x="5959475" y="2731534"/>
                  <a:chExt cx="368301" cy="57150"/>
                </a:xfrm>
              </p:grpSpPr>
              <p:sp>
                <p:nvSpPr>
                  <p:cNvPr id="111" name="矩形: 圆角 18"/>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03"/>
                <p:cNvGrpSpPr/>
                <p:nvPr/>
              </p:nvGrpSpPr>
              <p:grpSpPr>
                <a:xfrm>
                  <a:off x="6439399" y="966943"/>
                  <a:ext cx="534460" cy="237187"/>
                  <a:chOff x="6747905" y="909461"/>
                  <a:chExt cx="534460" cy="237187"/>
                </a:xfrm>
              </p:grpSpPr>
              <p:grpSp>
                <p:nvGrpSpPr>
                  <p:cNvPr id="106" name="组合 105"/>
                  <p:cNvGrpSpPr/>
                  <p:nvPr/>
                </p:nvGrpSpPr>
                <p:grpSpPr>
                  <a:xfrm>
                    <a:off x="6747905" y="909461"/>
                    <a:ext cx="534460" cy="60703"/>
                    <a:chOff x="5959475" y="2731534"/>
                    <a:chExt cx="368301" cy="57150"/>
                  </a:xfrm>
                </p:grpSpPr>
                <p:sp>
                  <p:nvSpPr>
                    <p:cNvPr id="109" name="矩形: 圆角 108"/>
                    <p:cNvSpPr/>
                    <p:nvPr/>
                  </p:nvSpPr>
                  <p:spPr>
                    <a:xfrm>
                      <a:off x="5959475" y="2732051"/>
                      <a:ext cx="266699" cy="56116"/>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a:off x="6270626" y="2731534"/>
                      <a:ext cx="57150" cy="57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7" name="矩形: 圆角 18"/>
                  <p:cNvSpPr/>
                  <p:nvPr/>
                </p:nvSpPr>
                <p:spPr>
                  <a:xfrm>
                    <a:off x="6763387" y="1031202"/>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8"/>
                  <p:cNvSpPr/>
                  <p:nvPr/>
                </p:nvSpPr>
                <p:spPr>
                  <a:xfrm>
                    <a:off x="7003942" y="1089810"/>
                    <a:ext cx="198117" cy="56838"/>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5" name="矩形 104"/>
                <p:cNvSpPr/>
                <p:nvPr/>
              </p:nvSpPr>
              <p:spPr>
                <a:xfrm>
                  <a:off x="7027983" y="869598"/>
                  <a:ext cx="2299488" cy="428043"/>
                </a:xfrm>
                <a:prstGeom prst="rect">
                  <a:avLst/>
                </a:prstGeom>
              </p:spPr>
              <p:txBody>
                <a:bodyPr wrap="square">
                  <a:spAutoFit/>
                </a:bodyPr>
                <a:lstStyle/>
                <a:p>
                  <a:pPr algn="dist"/>
                  <a:r>
                    <a:rPr lang="zh-CN" altLang="en-US" sz="1600" dirty="0">
                      <a:solidFill>
                        <a:schemeClr val="bg1"/>
                      </a:solidFill>
                      <a:latin typeface="华文细黑" panose="02010600040101010101" pitchFamily="2" charset="-122"/>
                      <a:ea typeface="华文细黑" panose="02010600040101010101" pitchFamily="2" charset="-122"/>
                    </a:rPr>
                    <a:t>学号</a:t>
                  </a:r>
                  <a:endParaRPr lang="zh-CN" altLang="en-US" sz="1600" dirty="0">
                    <a:solidFill>
                      <a:schemeClr val="bg1"/>
                    </a:solidFill>
                    <a:latin typeface="华文细黑" panose="02010600040101010101" pitchFamily="2" charset="-122"/>
                    <a:ea typeface="华文细黑" panose="02010600040101010101" pitchFamily="2" charset="-122"/>
                  </a:endParaRPr>
                </a:p>
              </p:txBody>
            </p:sp>
          </p:grpSp>
          <p:sp>
            <p:nvSpPr>
              <p:cNvPr id="99" name="文本框 98"/>
              <p:cNvSpPr txBox="1"/>
              <p:nvPr/>
            </p:nvSpPr>
            <p:spPr>
              <a:xfrm>
                <a:off x="5292910" y="5305153"/>
                <a:ext cx="2699385" cy="460375"/>
              </a:xfrm>
              <a:prstGeom prst="rect">
                <a:avLst/>
              </a:prstGeom>
              <a:noFill/>
            </p:spPr>
            <p:txBody>
              <a:bodyPr wrap="square" rtlCol="0">
                <a:spAutoFit/>
              </a:bodyPr>
              <a:lstStyle>
                <a:defPPr>
                  <a:defRPr lang="zh-CN"/>
                </a:defPPr>
                <a:lvl1pPr algn="dist">
                  <a:defRPr>
                    <a:gradFill flip="none" rotWithShape="1">
                      <a:gsLst>
                        <a:gs pos="22000">
                          <a:schemeClr val="accent1"/>
                        </a:gs>
                        <a:gs pos="36000">
                          <a:schemeClr val="accent2"/>
                        </a:gs>
                        <a:gs pos="66000">
                          <a:schemeClr val="accent3"/>
                        </a:gs>
                        <a:gs pos="100000">
                          <a:schemeClr val="accent4"/>
                        </a:gs>
                      </a:gsLst>
                      <a:lin ang="0" scaled="1"/>
                      <a:tileRect/>
                    </a:gradFill>
                    <a:latin typeface="华文细黑" panose="02010600040101010101" pitchFamily="2" charset="-122"/>
                    <a:ea typeface="华文细黑" panose="02010600040101010101" pitchFamily="2" charset="-122"/>
                  </a:defRPr>
                </a:lvl1pPr>
              </a:lstStyle>
              <a:p>
                <a:r>
                  <a:rPr lang="en-US" altLang="zh-CN" sz="2400" dirty="0" err="1">
                    <a:solidFill>
                      <a:schemeClr val="tx1">
                        <a:lumMod val="65000"/>
                        <a:lumOff val="35000"/>
                      </a:schemeClr>
                    </a:solidFill>
                  </a:rPr>
                  <a:t>2018141424166</a:t>
                </a:r>
                <a:endParaRPr lang="zh-CN" altLang="en-US" sz="2400" dirty="0">
                  <a:solidFill>
                    <a:schemeClr val="tx1">
                      <a:lumMod val="65000"/>
                      <a:lumOff val="35000"/>
                    </a:schemeClr>
                  </a:solidFill>
                </a:endParaRPr>
              </a:p>
            </p:txBody>
          </p:sp>
        </p:grpSp>
      </p:grpSp>
      <p:pic>
        <p:nvPicPr>
          <p:cNvPr id="128" name="PA_库_图片 127"/>
          <p:cNvPicPr>
            <a:picLocks noChangeAspect="1"/>
          </p:cNvPicPr>
          <p:nvPr>
            <p:custDataLst>
              <p:tags r:id="rId4"/>
            </p:custDataLst>
          </p:nvPr>
        </p:nvPicPr>
        <p:blipFill>
          <a:blip r:embed="rId5" cstate="screen"/>
          <a:stretch>
            <a:fillRect/>
          </a:stretch>
        </p:blipFill>
        <p:spPr>
          <a:xfrm>
            <a:off x="3676193" y="-255118"/>
            <a:ext cx="4961061" cy="4961061"/>
          </a:xfrm>
          <a:prstGeom prst="rect">
            <a:avLst/>
          </a:prstGeom>
        </p:spPr>
      </p:pic>
      <p:sp>
        <p:nvSpPr>
          <p:cNvPr id="129" name="PA_库_矩形 128"/>
          <p:cNvSpPr/>
          <p:nvPr>
            <p:custDataLst>
              <p:tags r:id="rId6"/>
            </p:custDataLst>
          </p:nvPr>
        </p:nvSpPr>
        <p:spPr>
          <a:xfrm>
            <a:off x="5220522" y="2074426"/>
            <a:ext cx="1750956" cy="830997"/>
          </a:xfrm>
          <a:prstGeom prst="rect">
            <a:avLst/>
          </a:prstGeom>
        </p:spPr>
        <p:txBody>
          <a:bodyPr wrap="square">
            <a:spAutoFit/>
          </a:bodyPr>
          <a:lstStyle/>
          <a:p>
            <a:pPr algn="dist"/>
            <a:r>
              <a:rPr lang="en-US" altLang="zh-CN" sz="4800" dirty="0">
                <a:solidFill>
                  <a:srgbClr val="FF5B57"/>
                </a:solidFill>
                <a:latin typeface="773-CAI978" panose="020B0402020204020303" pitchFamily="34" charset="0"/>
              </a:rPr>
              <a:t>MBE</a:t>
            </a:r>
            <a:endParaRPr lang="zh-CN" altLang="en-US" sz="4800" dirty="0">
              <a:solidFill>
                <a:srgbClr val="FF5B57"/>
              </a:solidFill>
              <a:latin typeface="773-CAI978" panose="020B0402020204020303" pitchFamily="34" charset="0"/>
            </a:endParaRPr>
          </a:p>
        </p:txBody>
      </p:sp>
      <p:sp>
        <p:nvSpPr>
          <p:cNvPr id="130" name="PA_库_矩形 129"/>
          <p:cNvSpPr/>
          <p:nvPr>
            <p:custDataLst>
              <p:tags r:id="rId7"/>
            </p:custDataLst>
          </p:nvPr>
        </p:nvSpPr>
        <p:spPr>
          <a:xfrm>
            <a:off x="5276254" y="2060309"/>
            <a:ext cx="1750956" cy="830997"/>
          </a:xfrm>
          <a:prstGeom prst="rect">
            <a:avLst/>
          </a:prstGeom>
        </p:spPr>
        <p:txBody>
          <a:bodyPr wrap="square">
            <a:spAutoFit/>
          </a:bodyPr>
          <a:lstStyle/>
          <a:p>
            <a:pPr algn="dist"/>
            <a:r>
              <a:rPr lang="en-US" altLang="zh-CN" sz="4800" dirty="0">
                <a:solidFill>
                  <a:srgbClr val="7FCFF5"/>
                </a:solidFill>
                <a:latin typeface="773-CAI978" panose="020B0402020204020303" pitchFamily="34" charset="0"/>
              </a:rPr>
              <a:t>MBE</a:t>
            </a:r>
            <a:endParaRPr lang="zh-CN" altLang="en-US" sz="4800" dirty="0">
              <a:solidFill>
                <a:srgbClr val="7FCFF5"/>
              </a:solidFill>
              <a:latin typeface="773-CAI978" panose="020B0402020204020303"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25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1000"/>
                                        <p:tgtEl>
                                          <p:spTgt spid="63"/>
                                        </p:tgtEl>
                                      </p:cBhvr>
                                    </p:animEffect>
                                  </p:childTnLst>
                                </p:cTn>
                              </p:par>
                              <p:par>
                                <p:cTn id="8" presetID="22" presetClass="entr" presetSubtype="8" fill="hold" nodeType="withEffect">
                                  <p:stCondLst>
                                    <p:cond delay="250"/>
                                  </p:stCondLst>
                                  <p:childTnLst>
                                    <p:set>
                                      <p:cBhvr>
                                        <p:cTn id="9" dur="1" fill="hold">
                                          <p:stCondLst>
                                            <p:cond delay="0"/>
                                          </p:stCondLst>
                                        </p:cTn>
                                        <p:tgtEl>
                                          <p:spTgt spid="93"/>
                                        </p:tgtEl>
                                        <p:attrNameLst>
                                          <p:attrName>style.visibility</p:attrName>
                                        </p:attrNameLst>
                                      </p:cBhvr>
                                      <p:to>
                                        <p:strVal val="visible"/>
                                      </p:to>
                                    </p:set>
                                    <p:animEffect transition="in" filter="wipe(left)">
                                      <p:cBhvr>
                                        <p:cTn id="10" dur="1000"/>
                                        <p:tgtEl>
                                          <p:spTgt spid="93"/>
                                        </p:tgtEl>
                                      </p:cBhvr>
                                    </p:animEffect>
                                  </p:childTnLst>
                                </p:cTn>
                              </p:par>
                              <p:par>
                                <p:cTn id="11" presetID="22" presetClass="entr" presetSubtype="8" fill="hold" nodeType="withEffect">
                                  <p:stCondLst>
                                    <p:cond delay="250"/>
                                  </p:stCondLst>
                                  <p:childTnLst>
                                    <p:set>
                                      <p:cBhvr>
                                        <p:cTn id="12" dur="1" fill="hold">
                                          <p:stCondLst>
                                            <p:cond delay="0"/>
                                          </p:stCondLst>
                                        </p:cTn>
                                        <p:tgtEl>
                                          <p:spTgt spid="95"/>
                                        </p:tgtEl>
                                        <p:attrNameLst>
                                          <p:attrName>style.visibility</p:attrName>
                                        </p:attrNameLst>
                                      </p:cBhvr>
                                      <p:to>
                                        <p:strVal val="visible"/>
                                      </p:to>
                                    </p:set>
                                    <p:animEffect transition="in" filter="wipe(left)">
                                      <p:cBhvr>
                                        <p:cTn id="13" dur="1000"/>
                                        <p:tgtEl>
                                          <p:spTgt spid="95"/>
                                        </p:tgtEl>
                                      </p:cBhvr>
                                    </p:animEffect>
                                  </p:childTnLst>
                                </p:cTn>
                              </p:par>
                              <p:par>
                                <p:cTn id="14" presetID="2" presetClass="entr" presetSubtype="1" decel="100000" fill="hold" nodeType="withEffect">
                                  <p:stCondLst>
                                    <p:cond delay="250"/>
                                  </p:stCondLst>
                                  <p:childTnLst>
                                    <p:set>
                                      <p:cBhvr>
                                        <p:cTn id="15" dur="1" fill="hold">
                                          <p:stCondLst>
                                            <p:cond delay="0"/>
                                          </p:stCondLst>
                                        </p:cTn>
                                        <p:tgtEl>
                                          <p:spTgt spid="128"/>
                                        </p:tgtEl>
                                        <p:attrNameLst>
                                          <p:attrName>style.visibility</p:attrName>
                                        </p:attrNameLst>
                                      </p:cBhvr>
                                      <p:to>
                                        <p:strVal val="visible"/>
                                      </p:to>
                                    </p:set>
                                    <p:anim calcmode="lin" valueType="num">
                                      <p:cBhvr additive="base">
                                        <p:cTn id="16" dur="1500" fill="hold"/>
                                        <p:tgtEl>
                                          <p:spTgt spid="128"/>
                                        </p:tgtEl>
                                        <p:attrNameLst>
                                          <p:attrName>ppt_x</p:attrName>
                                        </p:attrNameLst>
                                      </p:cBhvr>
                                      <p:tavLst>
                                        <p:tav tm="0">
                                          <p:val>
                                            <p:strVal val="#ppt_x"/>
                                          </p:val>
                                        </p:tav>
                                        <p:tav tm="100000">
                                          <p:val>
                                            <p:strVal val="#ppt_x"/>
                                          </p:val>
                                        </p:tav>
                                      </p:tavLst>
                                    </p:anim>
                                    <p:anim calcmode="lin" valueType="num">
                                      <p:cBhvr additive="base">
                                        <p:cTn id="17" dur="1500" fill="hold"/>
                                        <p:tgtEl>
                                          <p:spTgt spid="128"/>
                                        </p:tgtEl>
                                        <p:attrNameLst>
                                          <p:attrName>ppt_y</p:attrName>
                                        </p:attrNameLst>
                                      </p:cBhvr>
                                      <p:tavLst>
                                        <p:tav tm="0">
                                          <p:val>
                                            <p:strVal val="0-#ppt_h/2"/>
                                          </p:val>
                                        </p:tav>
                                        <p:tav tm="100000">
                                          <p:val>
                                            <p:strVal val="#ppt_y"/>
                                          </p:val>
                                        </p:tav>
                                      </p:tavLst>
                                    </p:anim>
                                  </p:childTnLst>
                                </p:cTn>
                              </p:par>
                              <p:par>
                                <p:cTn id="18" presetID="22" presetClass="entr" presetSubtype="8" fill="hold" grpId="0" nodeType="withEffect">
                                  <p:stCondLst>
                                    <p:cond delay="250"/>
                                  </p:stCondLst>
                                  <p:childTnLst>
                                    <p:set>
                                      <p:cBhvr>
                                        <p:cTn id="19" dur="1" fill="hold">
                                          <p:stCondLst>
                                            <p:cond delay="0"/>
                                          </p:stCondLst>
                                        </p:cTn>
                                        <p:tgtEl>
                                          <p:spTgt spid="129"/>
                                        </p:tgtEl>
                                        <p:attrNameLst>
                                          <p:attrName>style.visibility</p:attrName>
                                        </p:attrNameLst>
                                      </p:cBhvr>
                                      <p:to>
                                        <p:strVal val="visible"/>
                                      </p:to>
                                    </p:set>
                                    <p:animEffect transition="in" filter="wipe(left)">
                                      <p:cBhvr>
                                        <p:cTn id="20" dur="1000"/>
                                        <p:tgtEl>
                                          <p:spTgt spid="129"/>
                                        </p:tgtEl>
                                      </p:cBhvr>
                                    </p:animEffect>
                                  </p:childTnLst>
                                </p:cTn>
                              </p:par>
                              <p:par>
                                <p:cTn id="21" presetID="22" presetClass="entr" presetSubtype="8" fill="hold" grpId="0" nodeType="withEffect">
                                  <p:stCondLst>
                                    <p:cond delay="250"/>
                                  </p:stCondLst>
                                  <p:childTnLst>
                                    <p:set>
                                      <p:cBhvr>
                                        <p:cTn id="22" dur="1" fill="hold">
                                          <p:stCondLst>
                                            <p:cond delay="0"/>
                                          </p:stCondLst>
                                        </p:cTn>
                                        <p:tgtEl>
                                          <p:spTgt spid="130"/>
                                        </p:tgtEl>
                                        <p:attrNameLst>
                                          <p:attrName>style.visibility</p:attrName>
                                        </p:attrNameLst>
                                      </p:cBhvr>
                                      <p:to>
                                        <p:strVal val="visible"/>
                                      </p:to>
                                    </p:set>
                                    <p:animEffect transition="in" filter="wipe(left)">
                                      <p:cBhvr>
                                        <p:cTn id="23" dur="10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utoUpdateAnimBg="0"/>
      <p:bldP spid="129" grpId="0" autoUpdateAnimBg="0"/>
      <p:bldP spid="130" grpId="0" autoUpdateAnimBg="0"/>
    </p:bldLst>
  </p:timing>
</p:sld>
</file>

<file path=ppt/tags/tag1.xml><?xml version="1.0" encoding="utf-8"?>
<p:tagLst xmlns:p="http://schemas.openxmlformats.org/presentationml/2006/main">
  <p:tag name="PA" val="v4.0.0"/>
</p:tagLst>
</file>

<file path=ppt/tags/tag2.xml><?xml version="1.0" encoding="utf-8"?>
<p:tagLst xmlns:p="http://schemas.openxmlformats.org/presentationml/2006/main">
  <p:tag name="PA" val="v4.0.0"/>
</p:tagLst>
</file>

<file path=ppt/tags/tag3.xml><?xml version="1.0" encoding="utf-8"?>
<p:tagLst xmlns:p="http://schemas.openxmlformats.org/presentationml/2006/main">
  <p:tag name="PA" val="v4.0.0"/>
</p:tagLst>
</file>

<file path=ppt/tags/tag4.xml><?xml version="1.0" encoding="utf-8"?>
<p:tagLst xmlns:p="http://schemas.openxmlformats.org/presentationml/2006/main">
  <p:tag name="PA" val="v4.0.0"/>
</p:tagLst>
</file>

<file path=ppt/tags/tag5.xml><?xml version="1.0" encoding="utf-8"?>
<p:tagLst xmlns:p="http://schemas.openxmlformats.org/presentationml/2006/main">
  <p:tag name="PA" val="v4.0.0"/>
</p:tagLst>
</file>

<file path=ppt/tags/tag6.xml><?xml version="1.0" encoding="utf-8"?>
<p:tagLst xmlns:p="http://schemas.openxmlformats.org/presentationml/2006/main">
  <p:tag name="PA" val="v4.0.0"/>
</p:tagLst>
</file>

<file path=ppt/tags/tag7.xml><?xml version="1.0" encoding="utf-8"?>
<p:tagLst xmlns:p="http://schemas.openxmlformats.org/presentationml/2006/main">
  <p:tag name="PA" val="v4.0.0"/>
</p:tagLst>
</file>

<file path=ppt/tags/tag8.xml><?xml version="1.0" encoding="utf-8"?>
<p:tagLst xmlns:p="http://schemas.openxmlformats.org/presentationml/2006/main">
  <p:tag name="PA" val="v4.0.0"/>
</p:tagLst>
</file>

<file path=ppt/tags/tag9.xml><?xml version="1.0" encoding="utf-8"?>
<p:tagLst xmlns:p="http://schemas.openxmlformats.org/presentationml/2006/main">
  <p:tag name="PA" val="v4.0.0"/>
</p:tagLst>
</file>

<file path=ppt/tags/tag10.xml><?xml version="1.0" encoding="utf-8"?>
<p:tagLst xmlns:p="http://schemas.openxmlformats.org/presentationml/2006/main">
  <p:tag name="PA" val="v4.0.0"/>
</p:tagLst>
</file>

<file path=ppt/tags/tag11.xml><?xml version="1.0" encoding="utf-8"?>
<p:tagLst xmlns:p="http://schemas.openxmlformats.org/presentationml/2006/main">
  <p:tag name="PA" val="v4.0.0"/>
</p:tagLst>
</file>

<file path=ppt/tags/tag12.xml><?xml version="1.0" encoding="utf-8"?>
<p:tagLst xmlns:p="http://schemas.openxmlformats.org/presentationml/2006/main">
  <p:tag name="PA" val="v4.0.0"/>
</p:tagLst>
</file>

<file path=ppt/tags/tag13.xml><?xml version="1.0" encoding="utf-8"?>
<p:tagLst xmlns:p="http://schemas.openxmlformats.org/presentationml/2006/main">
  <p:tag name="PA" val="v4.0.0"/>
</p:tagLst>
</file>

<file path=ppt/tags/tag14.xml><?xml version="1.0" encoding="utf-8"?>
<p:tagLst xmlns:p="http://schemas.openxmlformats.org/presentationml/2006/main">
  <p:tag name="PA" val="v4.0.0"/>
</p:tagLst>
</file>

<file path=ppt/tags/tag15.xml><?xml version="1.0" encoding="utf-8"?>
<p:tagLst xmlns:p="http://schemas.openxmlformats.org/presentationml/2006/main">
  <p:tag name="PA" val="v4.0.0"/>
</p:tagLst>
</file>

<file path=ppt/tags/tag16.xml><?xml version="1.0" encoding="utf-8"?>
<p:tagLst xmlns:p="http://schemas.openxmlformats.org/presentationml/2006/main">
  <p:tag name="PA" val="v4.0.0"/>
</p:tagLst>
</file>

<file path=ppt/tags/tag17.xml><?xml version="1.0" encoding="utf-8"?>
<p:tagLst xmlns:p="http://schemas.openxmlformats.org/presentationml/2006/main">
  <p:tag name="PA" val="v4.0.0"/>
</p:tagLst>
</file>

<file path=ppt/tags/tag18.xml><?xml version="1.0" encoding="utf-8"?>
<p:tagLst xmlns:p="http://schemas.openxmlformats.org/presentationml/2006/main">
  <p:tag name="PA" val="v4.0.0"/>
</p:tagLst>
</file>

<file path=ppt/tags/tag19.xml><?xml version="1.0" encoding="utf-8"?>
<p:tagLst xmlns:p="http://schemas.openxmlformats.org/presentationml/2006/main">
  <p:tag name="PA" val="v4.0.0"/>
</p:tagLst>
</file>

<file path=ppt/tags/tag20.xml><?xml version="1.0" encoding="utf-8"?>
<p:tagLst xmlns:p="http://schemas.openxmlformats.org/presentationml/2006/main">
  <p:tag name="PA" val="v4.0.0"/>
</p:tagLst>
</file>

<file path=ppt/tags/tag21.xml><?xml version="1.0" encoding="utf-8"?>
<p:tagLst xmlns:p="http://schemas.openxmlformats.org/presentationml/2006/main">
  <p:tag name="PA" val="v4.0.0"/>
</p:tagLst>
</file>

<file path=ppt/tags/tag22.xml><?xml version="1.0" encoding="utf-8"?>
<p:tagLst xmlns:p="http://schemas.openxmlformats.org/presentationml/2006/main">
  <p:tag name="PA" val="v4.0.0"/>
</p:tagLst>
</file>

<file path=ppt/tags/tag23.xml><?xml version="1.0" encoding="utf-8"?>
<p:tagLst xmlns:p="http://schemas.openxmlformats.org/presentationml/2006/main">
  <p:tag name="PA" val="v4.0.0"/>
</p:tagLst>
</file>

<file path=ppt/tags/tag24.xml><?xml version="1.0" encoding="utf-8"?>
<p:tagLst xmlns:p="http://schemas.openxmlformats.org/presentationml/2006/main">
  <p:tag name="PA" val="v4.0.0"/>
</p:tagLst>
</file>

<file path=ppt/tags/tag25.xml><?xml version="1.0" encoding="utf-8"?>
<p:tagLst xmlns:p="http://schemas.openxmlformats.org/presentationml/2006/main">
  <p:tag name="PA" val="v4.0.0"/>
</p:tagLst>
</file>

<file path=ppt/tags/tag26.xml><?xml version="1.0" encoding="utf-8"?>
<p:tagLst xmlns:p="http://schemas.openxmlformats.org/presentationml/2006/main">
  <p:tag name="PA" val="v4.0.0"/>
</p:tagLst>
</file>

<file path=ppt/tags/tag27.xml><?xml version="1.0" encoding="utf-8"?>
<p:tagLst xmlns:p="http://schemas.openxmlformats.org/presentationml/2006/main">
  <p:tag name="PA" val="v4.0.0"/>
</p:tagLst>
</file>

<file path=ppt/tags/tag28.xml><?xml version="1.0" encoding="utf-8"?>
<p:tagLst xmlns:p="http://schemas.openxmlformats.org/presentationml/2006/main">
  <p:tag name="PA" val="v4.0.0"/>
</p:tagLst>
</file>

<file path=ppt/tags/tag29.xml><?xml version="1.0" encoding="utf-8"?>
<p:tagLst xmlns:p="http://schemas.openxmlformats.org/presentationml/2006/main">
  <p:tag name="PA" val="v4.0.0"/>
</p:tagLst>
</file>

<file path=ppt/tags/tag30.xml><?xml version="1.0" encoding="utf-8"?>
<p:tagLst xmlns:p="http://schemas.openxmlformats.org/presentationml/2006/main">
  <p:tag name="PA" val="v4.0.0"/>
</p:tagLst>
</file>

<file path=ppt/tags/tag31.xml><?xml version="1.0" encoding="utf-8"?>
<p:tagLst xmlns:p="http://schemas.openxmlformats.org/presentationml/2006/main">
  <p:tag name="PA" val="v4.0.0"/>
</p:tagLst>
</file>

<file path=ppt/tags/tag32.xml><?xml version="1.0" encoding="utf-8"?>
<p:tagLst xmlns:p="http://schemas.openxmlformats.org/presentationml/2006/main">
  <p:tag name="PA" val="v4.0.0"/>
</p:tagLst>
</file>

<file path=ppt/tags/tag33.xml><?xml version="1.0" encoding="utf-8"?>
<p:tagLst xmlns:p="http://schemas.openxmlformats.org/presentationml/2006/main">
  <p:tag name="PA" val="v4.0.0"/>
</p:tagLst>
</file>

<file path=ppt/tags/tag34.xml><?xml version="1.0" encoding="utf-8"?>
<p:tagLst xmlns:p="http://schemas.openxmlformats.org/presentationml/2006/main">
  <p:tag name="PA" val="v4.0.0"/>
</p:tagLst>
</file>

<file path=ppt/tags/tag35.xml><?xml version="1.0" encoding="utf-8"?>
<p:tagLst xmlns:p="http://schemas.openxmlformats.org/presentationml/2006/main">
  <p:tag name="PA" val="v4.0.0"/>
</p:tagLst>
</file>

<file path=ppt/tags/tag36.xml><?xml version="1.0" encoding="utf-8"?>
<p:tagLst xmlns:p="http://schemas.openxmlformats.org/presentationml/2006/main">
  <p:tag name="PA" val="v4.0.0"/>
</p:tagLst>
</file>

<file path=ppt/tags/tag37.xml><?xml version="1.0" encoding="utf-8"?>
<p:tagLst xmlns:p="http://schemas.openxmlformats.org/presentationml/2006/main">
  <p:tag name="PA" val="v4.0.0"/>
</p:tagLst>
</file>

<file path=ppt/tags/tag38.xml><?xml version="1.0" encoding="utf-8"?>
<p:tagLst xmlns:p="http://schemas.openxmlformats.org/presentationml/2006/main">
  <p:tag name="PA" val="v4.0.0"/>
</p:tagLst>
</file>

<file path=ppt/tags/tag39.xml><?xml version="1.0" encoding="utf-8"?>
<p:tagLst xmlns:p="http://schemas.openxmlformats.org/presentationml/2006/main">
  <p:tag name="PA" val="v4.0.0"/>
</p:tagLst>
</file>

<file path=ppt/tags/tag40.xml><?xml version="1.0" encoding="utf-8"?>
<p:tagLst xmlns:p="http://schemas.openxmlformats.org/presentationml/2006/main">
  <p:tag name="PA" val="v4.0.0"/>
</p:tagLst>
</file>

<file path=ppt/tags/tag41.xml><?xml version="1.0" encoding="utf-8"?>
<p:tagLst xmlns:p="http://schemas.openxmlformats.org/presentationml/2006/main">
  <p:tag name="PA" val="v4.0.0"/>
</p:tagLst>
</file>

<file path=ppt/tags/tag42.xml><?xml version="1.0" encoding="utf-8"?>
<p:tagLst xmlns:p="http://schemas.openxmlformats.org/presentationml/2006/main">
  <p:tag name="PA" val="v4.0.0"/>
</p:tagLst>
</file>

<file path=ppt/tags/tag43.xml><?xml version="1.0" encoding="utf-8"?>
<p:tagLst xmlns:p="http://schemas.openxmlformats.org/presentationml/2006/main">
  <p:tag name="PA" val="v4.0.0"/>
</p:tagLst>
</file>

<file path=ppt/tags/tag44.xml><?xml version="1.0" encoding="utf-8"?>
<p:tagLst xmlns:p="http://schemas.openxmlformats.org/presentationml/2006/main">
  <p:tag name="PA" val="v4.0.0"/>
</p:tagLst>
</file>

<file path=ppt/tags/tag45.xml><?xml version="1.0" encoding="utf-8"?>
<p:tagLst xmlns:p="http://schemas.openxmlformats.org/presentationml/2006/main">
  <p:tag name="PA" val="v4.0.0"/>
</p:tagLst>
</file>

<file path=ppt/tags/tag46.xml><?xml version="1.0" encoding="utf-8"?>
<p:tagLst xmlns:p="http://schemas.openxmlformats.org/presentationml/2006/main">
  <p:tag name="PA" val="v4.0.0"/>
</p:tagLst>
</file>

<file path=ppt/tags/tag47.xml><?xml version="1.0" encoding="utf-8"?>
<p:tagLst xmlns:p="http://schemas.openxmlformats.org/presentationml/2006/main">
  <p:tag name="PA" val="v4.0.0"/>
</p:tagLst>
</file>

<file path=ppt/tags/tag48.xml><?xml version="1.0" encoding="utf-8"?>
<p:tagLst xmlns:p="http://schemas.openxmlformats.org/presentationml/2006/main">
  <p:tag name="PA" val="v4.0.0"/>
</p:tagLst>
</file>

<file path=ppt/tags/tag49.xml><?xml version="1.0" encoding="utf-8"?>
<p:tagLst xmlns:p="http://schemas.openxmlformats.org/presentationml/2006/main">
  <p:tag name="PA" val="v4.0.0"/>
</p:tagLst>
</file>

<file path=ppt/tags/tag50.xml><?xml version="1.0" encoding="utf-8"?>
<p:tagLst xmlns:p="http://schemas.openxmlformats.org/presentationml/2006/main">
  <p:tag name="PA" val="v4.0.0"/>
</p:tagLst>
</file>

<file path=ppt/tags/tag51.xml><?xml version="1.0" encoding="utf-8"?>
<p:tagLst xmlns:p="http://schemas.openxmlformats.org/presentationml/2006/main">
  <p:tag name="PA" val="v4.0.0"/>
</p:tagLst>
</file>

<file path=ppt/tags/tag52.xml><?xml version="1.0" encoding="utf-8"?>
<p:tagLst xmlns:p="http://schemas.openxmlformats.org/presentationml/2006/main">
  <p:tag name="PA" val="v4.0.0"/>
</p:tagLst>
</file>

<file path=ppt/tags/tag53.xml><?xml version="1.0" encoding="utf-8"?>
<p:tagLst xmlns:p="http://schemas.openxmlformats.org/presentationml/2006/main">
  <p:tag name="PA" val="v4.0.0"/>
</p:tagLst>
</file>

<file path=ppt/tags/tag54.xml><?xml version="1.0" encoding="utf-8"?>
<p:tagLst xmlns:p="http://schemas.openxmlformats.org/presentationml/2006/main">
  <p:tag name="PA" val="v4.0.0"/>
</p:tagLst>
</file>

<file path=ppt/tags/tag55.xml><?xml version="1.0" encoding="utf-8"?>
<p:tagLst xmlns:p="http://schemas.openxmlformats.org/presentationml/2006/main">
  <p:tag name="PA" val="v4.0.0"/>
</p:tagLst>
</file>

<file path=ppt/tags/tag56.xml><?xml version="1.0" encoding="utf-8"?>
<p:tagLst xmlns:p="http://schemas.openxmlformats.org/presentationml/2006/main">
  <p:tag name="PA" val="v4.0.0"/>
</p:tagLst>
</file>

<file path=ppt/tags/tag57.xml><?xml version="1.0" encoding="utf-8"?>
<p:tagLst xmlns:p="http://schemas.openxmlformats.org/presentationml/2006/main">
  <p:tag name="PA" val="v4.0.0"/>
</p:tagLst>
</file>

<file path=ppt/tags/tag58.xml><?xml version="1.0" encoding="utf-8"?>
<p:tagLst xmlns:p="http://schemas.openxmlformats.org/presentationml/2006/main">
  <p:tag name="PA" val="v4.0.0"/>
</p:tagLst>
</file>

<file path=ppt/tags/tag59.xml><?xml version="1.0" encoding="utf-8"?>
<p:tagLst xmlns:p="http://schemas.openxmlformats.org/presentationml/2006/main">
  <p:tag name="PA" val="v4.0.0"/>
</p:tagLst>
</file>

<file path=ppt/tags/tag60.xml><?xml version="1.0" encoding="utf-8"?>
<p:tagLst xmlns:p="http://schemas.openxmlformats.org/presentationml/2006/main">
  <p:tag name="PA" val="v4.0.0"/>
</p:tagLst>
</file>

<file path=ppt/tags/tag61.xml><?xml version="1.0" encoding="utf-8"?>
<p:tagLst xmlns:p="http://schemas.openxmlformats.org/presentationml/2006/main">
  <p:tag name="PA" val="v4.0.0"/>
</p:tagLst>
</file>

<file path=ppt/tags/tag62.xml><?xml version="1.0" encoding="utf-8"?>
<p:tagLst xmlns:p="http://schemas.openxmlformats.org/presentationml/2006/main">
  <p:tag name="PA" val="v4.0.0"/>
</p:tagLst>
</file>

<file path=ppt/tags/tag63.xml><?xml version="1.0" encoding="utf-8"?>
<p:tagLst xmlns:p="http://schemas.openxmlformats.org/presentationml/2006/main">
  <p:tag name="PA" val="v4.0.0"/>
</p:tagLst>
</file>

<file path=ppt/tags/tag64.xml><?xml version="1.0" encoding="utf-8"?>
<p:tagLst xmlns:p="http://schemas.openxmlformats.org/presentationml/2006/main">
  <p:tag name="PA" val="v4.0.0"/>
</p:tagLst>
</file>

<file path=ppt/tags/tag65.xml><?xml version="1.0" encoding="utf-8"?>
<p:tagLst xmlns:p="http://schemas.openxmlformats.org/presentationml/2006/main">
  <p:tag name="PA" val="v4.0.0"/>
</p:tagLst>
</file>

<file path=ppt/tags/tag66.xml><?xml version="1.0" encoding="utf-8"?>
<p:tagLst xmlns:p="http://schemas.openxmlformats.org/presentationml/2006/main">
  <p:tag name="PA" val="v4.0.0"/>
</p:tagLst>
</file>

<file path=ppt/tags/tag67.xml><?xml version="1.0" encoding="utf-8"?>
<p:tagLst xmlns:p="http://schemas.openxmlformats.org/presentationml/2006/main">
  <p:tag name="PA" val="v4.0.0"/>
</p:tagLst>
</file>

<file path=ppt/tags/tag68.xml><?xml version="1.0" encoding="utf-8"?>
<p:tagLst xmlns:p="http://schemas.openxmlformats.org/presentationml/2006/main">
  <p:tag name="PA" val="v4.0.0"/>
</p:tagLst>
</file>

<file path=ppt/tags/tag69.xml><?xml version="1.0" encoding="utf-8"?>
<p:tagLst xmlns:p="http://schemas.openxmlformats.org/presentationml/2006/main">
  <p:tag name="PA" val="v4.0.0"/>
</p:tagLst>
</file>

<file path=ppt/tags/tag70.xml><?xml version="1.0" encoding="utf-8"?>
<p:tagLst xmlns:p="http://schemas.openxmlformats.org/presentationml/2006/main">
  <p:tag name="PA" val="v4.0.0"/>
</p:tagLst>
</file>

<file path=ppt/tags/tag71.xml><?xml version="1.0" encoding="utf-8"?>
<p:tagLst xmlns:p="http://schemas.openxmlformats.org/presentationml/2006/main">
  <p:tag name="PA" val="v4.0.0"/>
</p:tagLst>
</file>

<file path=ppt/tags/tag72.xml><?xml version="1.0" encoding="utf-8"?>
<p:tagLst xmlns:p="http://schemas.openxmlformats.org/presentationml/2006/main">
  <p:tag name="PA" val="v4.0.0"/>
</p:tagLst>
</file>

<file path=ppt/tags/tag73.xml><?xml version="1.0" encoding="utf-8"?>
<p:tagLst xmlns:p="http://schemas.openxmlformats.org/presentationml/2006/main">
  <p:tag name="PA" val="v4.0.0"/>
</p:tagLst>
</file>

<file path=ppt/tags/tag74.xml><?xml version="1.0" encoding="utf-8"?>
<p:tagLst xmlns:p="http://schemas.openxmlformats.org/presentationml/2006/main">
  <p:tag name="PA" val="v4.0.0"/>
</p:tagLst>
</file>

<file path=ppt/tags/tag75.xml><?xml version="1.0" encoding="utf-8"?>
<p:tagLst xmlns:p="http://schemas.openxmlformats.org/presentationml/2006/main">
  <p:tag name="PA" val="v4.0.0"/>
</p:tagLst>
</file>

<file path=ppt/tags/tag76.xml><?xml version="1.0" encoding="utf-8"?>
<p:tagLst xmlns:p="http://schemas.openxmlformats.org/presentationml/2006/main">
  <p:tag name="PA" val="v4.0.0"/>
</p:tagLst>
</file>

<file path=ppt/tags/tag77.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自定义 1">
      <a:dk1>
        <a:sysClr val="windowText" lastClr="000000"/>
      </a:dk1>
      <a:lt1>
        <a:sysClr val="window" lastClr="FFFFFF"/>
      </a:lt1>
      <a:dk2>
        <a:srgbClr val="44546A"/>
      </a:dk2>
      <a:lt2>
        <a:srgbClr val="E7E6E6"/>
      </a:lt2>
      <a:accent1>
        <a:srgbClr val="FF5B57"/>
      </a:accent1>
      <a:accent2>
        <a:srgbClr val="FCC259"/>
      </a:accent2>
      <a:accent3>
        <a:srgbClr val="7ECDF7"/>
      </a:accent3>
      <a:accent4>
        <a:srgbClr val="7C87F5"/>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943</Words>
  <Application>WPS Writer</Application>
  <PresentationFormat>自定义</PresentationFormat>
  <Paragraphs>187</Paragraphs>
  <Slides>21</Slides>
  <Notes>21</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21</vt:i4>
      </vt:variant>
    </vt:vector>
  </HeadingPairs>
  <TitlesOfParts>
    <vt:vector size="40" baseType="lpstr">
      <vt:lpstr>Arial</vt:lpstr>
      <vt:lpstr>SimSun</vt:lpstr>
      <vt:lpstr>Wingdings</vt:lpstr>
      <vt:lpstr>Calibri</vt:lpstr>
      <vt:lpstr>Helvetica Neue</vt:lpstr>
      <vt:lpstr>SimSun</vt:lpstr>
      <vt:lpstr>华文细黑</vt:lpstr>
      <vt:lpstr>黑体-简</vt:lpstr>
      <vt:lpstr>773-CAI978</vt:lpstr>
      <vt:lpstr>SimSun</vt:lpstr>
      <vt:lpstr>等线</vt:lpstr>
      <vt:lpstr>汉仪中等线KW</vt:lpstr>
      <vt:lpstr>苹方-简</vt:lpstr>
      <vt:lpstr>微软雅黑</vt:lpstr>
      <vt:lpstr>汉仪旗黑</vt:lpstr>
      <vt:lpstr>Arial Unicode MS</vt:lpstr>
      <vt:lpstr>等线 Light</vt:lpstr>
      <vt:lpstr>汉仪书宋二KW</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MBE</dc:title>
  <dc:creator>第一PPT</dc:creator>
  <cp:keywords>www.1ppt.com</cp:keywords>
  <dc:description>www.1ppt.com</dc:description>
  <cp:lastModifiedBy>wangyue</cp:lastModifiedBy>
  <cp:revision>111</cp:revision>
  <dcterms:created xsi:type="dcterms:W3CDTF">2021-07-30T03:14:33Z</dcterms:created>
  <dcterms:modified xsi:type="dcterms:W3CDTF">2021-07-30T03:14:33Z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1033-3.7.0.5929</vt:lpwstr>
  </property>
</Properties>
</file>